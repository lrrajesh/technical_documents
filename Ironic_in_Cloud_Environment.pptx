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Ironic in Cloud Environments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Ironic functions and architecture in 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Ironic Core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Hardware Provisioning: Power control, PXE/iPXE-based image deployment, disk setup</a:t>
            </a:r>
          </a:p>
          <a:p>
            <a:r>
              <a:t>• Hardware Lifecycle Management: Node discovery, cleaning, firmware updates</a:t>
            </a:r>
          </a:p>
          <a:p>
            <a:r>
              <a:t>• Networking Integration: Works with Neutron or SDN for VLAN isolation and port binding</a:t>
            </a:r>
          </a:p>
          <a:p>
            <a:r>
              <a:t>• Scheduling and Pooling: Integrates with Nova to manage bare-metal as compute resources</a:t>
            </a:r>
          </a:p>
          <a:p>
            <a:r>
              <a:t>• Driver Framework: Supports IPMI, Redfish, and vendor-specific drivers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Admin registers new hardware in Ironic</a:t>
            </a:r>
          </a:p>
          <a:p>
            <a:r>
              <a:t>2. Ironic powers on nodes for introspection and collects specs</a:t>
            </a:r>
          </a:p>
          <a:p>
            <a:r>
              <a:t>3. Ironic cleans and prepares the node</a:t>
            </a:r>
          </a:p>
          <a:p>
            <a:r>
              <a:t>4. User (via Nova/K8s) requests bare-metal instance</a:t>
            </a:r>
          </a:p>
          <a:p>
            <a:r>
              <a:t>5. Ironic provisions OS/image and sets up networking</a:t>
            </a:r>
          </a:p>
          <a:p>
            <a:r>
              <a:t>6. Node is returned to pool after workload finishes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Integrates with OpenStack (Nova, Neutron, Glance)</a:t>
            </a:r>
          </a:p>
          <a:p>
            <a:r>
              <a:t>• Used beneath Kubernetes for cluster node provisioning</a:t>
            </a:r>
          </a:p>
          <a:p>
            <a:r>
              <a:t>• Supports HPC and AI GPU nodes needing bare-metal access</a:t>
            </a:r>
          </a:p>
          <a:p>
            <a:r>
              <a:t>• Reduces manual provisioning effort</a:t>
            </a:r>
          </a:p>
          <a:p>
            <a:r>
              <a:t>• Enables hybrid VM + bare-metal clouds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Ironic Architecture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