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NVIDIA Interview Preparation: Python Automation Team Lead (SONiC Network 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Areas:</a:t>
            </a:r>
          </a:p>
          <a:p>
            <a:r>
              <a:t>- Python automation framework leadership</a:t>
            </a:r>
          </a:p>
          <a:p>
            <a:r>
              <a:t>- SONiC Network OS verification</a:t>
            </a:r>
          </a:p>
          <a:p>
            <a:r>
              <a:t>- Networking and CI/CD integration</a:t>
            </a:r>
          </a:p>
          <a:p>
            <a:r>
              <a:t>- Team mentorship and ownership</a:t>
            </a:r>
          </a:p>
          <a:p/>
          <a:p>
            <a:r>
              <a:t>Key Expectations:</a:t>
            </a:r>
          </a:p>
          <a:p>
            <a:r>
              <a:t>- 8+ years software/QA experience, 2+ years leadership</a:t>
            </a:r>
          </a:p>
          <a:p>
            <a:r>
              <a:t>- Strong Python, SONiC, and Linux expertise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Strengths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Architected scalable Python automation frameworks (pytest, asyncio)</a:t>
            </a:r>
          </a:p>
          <a:p>
            <a:r>
              <a:t>- Parallel regression runs (pytest-xdist)</a:t>
            </a:r>
          </a:p>
          <a:p>
            <a:r>
              <a:t>- CI/CD integration with Jenkins + Allure</a:t>
            </a:r>
          </a:p>
          <a:p>
            <a:r>
              <a:t>- Code quality via PEP8, linting, unit tests</a:t>
            </a:r>
          </a:p>
          <a:p/>
          <a:p>
            <a:r>
              <a:t>Result: Regression time reduced by 70%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SONiC &amp; Networking Expertise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Understanding SONiC architecture: Containers, Redis DBs (APP, ASIC, CONFIG)</a:t>
            </a:r>
          </a:p>
          <a:p>
            <a:r>
              <a:t>- Verified VLAN, QoS, ECMP, Routing</a:t>
            </a:r>
          </a:p>
          <a:p>
            <a:r>
              <a:t>- Debugged via CLI, Redis queries, logs</a:t>
            </a:r>
          </a:p>
          <a:p/>
          <a:p>
            <a:r>
              <a:t>Result: Detected routing inconsistencies pre-release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Framework Design for SONiC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r>
              <a:t>- Testbed YAML abstraction (DUT, PTF, fanout)</a:t>
            </a:r>
          </a:p>
          <a:p>
            <a:r>
              <a:t>- Redis-based verification libraries</a:t>
            </a:r>
          </a:p>
          <a:p>
            <a:r>
              <a:t>- Reusable fixtures for setup/teardown</a:t>
            </a:r>
          </a:p>
          <a:p>
            <a:r>
              <a:t>- Parallel execution across testbeds</a:t>
            </a:r>
          </a:p>
          <a:p/>
          <a:p>
            <a:r>
              <a:t>Outcome: CI-ready nightly regression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and Regression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Jenkins stages: Build → Deploy → Run → Report</a:t>
            </a:r>
          </a:p>
          <a:p>
            <a:r>
              <a:t>- Artifacts: Logs, JSON, Allure dashboards</a:t>
            </a:r>
          </a:p>
          <a:p>
            <a:r>
              <a:t>- Automated failure triage and Jira filing</a:t>
            </a:r>
          </a:p>
          <a:p>
            <a:r>
              <a:t>- Slack notifications for summaries</a:t>
            </a:r>
          </a:p>
          <a:p/>
          <a:p>
            <a:r>
              <a:t>Impact: 4× faster regression turnaround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Linux and Systems Proficiency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Debian-based SONiC familiarity</a:t>
            </a:r>
          </a:p>
          <a:p>
            <a:r>
              <a:t>- Skilled with iproute2, ethtool, nftables, strace</a:t>
            </a:r>
          </a:p>
          <a:p>
            <a:r>
              <a:t>- Automated provisioning and health checks</a:t>
            </a:r>
          </a:p>
          <a:p/>
          <a:p>
            <a:r>
              <a:t>Outcome: Stable testbeds with minimal downtime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and Team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Principles:</a:t>
            </a:r>
          </a:p>
          <a:p>
            <a:r>
              <a:t>- Lead through clarity and autonomy</a:t>
            </a:r>
          </a:p>
          <a:p>
            <a:r>
              <a:t>- Weekly sprint syncs and 1:1 mentoring</a:t>
            </a:r>
          </a:p>
          <a:p>
            <a:r>
              <a:t>- Allocate 10% sprint time for refactoring</a:t>
            </a:r>
          </a:p>
          <a:p/>
          <a:p>
            <a:r>
              <a:t>Result: Improved code quality and morale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 Story – End-to-End Automation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Situation: HPC telemetry lacked regression coverage</a:t>
            </a:r>
          </a:p>
          <a:p>
            <a:r>
              <a:t>Task: Build CI regression for 10K nodes</a:t>
            </a:r>
          </a:p>
          <a:p>
            <a:r>
              <a:t>Action: Built pytest + Jenkins CI, Grafana dashboards</a:t>
            </a:r>
          </a:p>
          <a:p>
            <a:r>
              <a:t>Result: Reduced regression from 3 days → 6 hours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 Story – Conflict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Situation: QA vs Dev on release gating</a:t>
            </a:r>
          </a:p>
          <a:p>
            <a:r>
              <a:t>Task: Balance stability and velocity</a:t>
            </a:r>
          </a:p>
          <a:p>
            <a:r>
              <a:t>Action: Introduced canary regression stage</a:t>
            </a:r>
          </a:p>
          <a:p>
            <a:r>
              <a:t>Result: Increased release confidence and alignment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NVIDIA?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SONiC aligns with my HPC and networking experience</a:t>
            </a:r>
          </a:p>
          <a:p>
            <a:r>
              <a:t>- NVIDIA’s innovation culture fits my leadership style</a:t>
            </a:r>
          </a:p>
          <a:p>
            <a:r>
              <a:t>- Excited to drive open networking at hardware scale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r>
              <a:t>- Proven leader in automation, CI/CD, and networking</a:t>
            </a:r>
          </a:p>
          <a:p>
            <a:r>
              <a:t>- Hands-on Python developer with Linux expertise</a:t>
            </a:r>
          </a:p>
          <a:p>
            <a:r>
              <a:t>- Managed global teams</a:t>
            </a:r>
          </a:p>
          <a:p>
            <a:r>
              <a:t>- Ready to contribute to NVIDIA SONiC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