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Slurm Elastic Kubernetes Pods (EKP)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Hybrid HPC and Kubernetes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Slurm</a:t>
            </a:r>
            <a:r>
              <a:rPr dirty="0"/>
              <a:t> Controller manages job queues and triggers elastic provisioning</a:t>
            </a:r>
          </a:p>
          <a:p>
            <a:pPr marL="0" indent="0">
              <a:buNone/>
            </a:pPr>
            <a:r>
              <a:rPr dirty="0"/>
              <a:t>• Kubernetes Cluster receives pod creation requests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Slurm</a:t>
            </a:r>
            <a:r>
              <a:rPr dirty="0"/>
              <a:t> Pods run </a:t>
            </a:r>
            <a:r>
              <a:rPr dirty="0" err="1"/>
              <a:t>slurmd</a:t>
            </a:r>
            <a:r>
              <a:rPr dirty="0"/>
              <a:t> and execute workloads dynamically</a:t>
            </a:r>
          </a:p>
          <a:p>
            <a:pPr marL="0" indent="0">
              <a:buNone/>
            </a:pPr>
            <a:r>
              <a:rPr dirty="0"/>
              <a:t>• Pods terminate automatically after job completion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Slurm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Runs </a:t>
            </a:r>
            <a:r>
              <a:rPr dirty="0" err="1"/>
              <a:t>slurmctld</a:t>
            </a:r>
            <a:r>
              <a:rPr dirty="0"/>
              <a:t> and manages job queues</a:t>
            </a:r>
          </a:p>
          <a:p>
            <a:pPr marL="0" indent="0">
              <a:buNone/>
            </a:pPr>
            <a:r>
              <a:rPr dirty="0"/>
              <a:t>• Communicates with Kubernetes via plugin or REST API</a:t>
            </a:r>
          </a:p>
          <a:p>
            <a:pPr marL="0" indent="0">
              <a:buNone/>
            </a:pPr>
            <a:r>
              <a:rPr dirty="0"/>
              <a:t>• Handles job submission, monitoring, and pod lifecycle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Schedules compute pods running </a:t>
            </a:r>
            <a:r>
              <a:rPr dirty="0" err="1"/>
              <a:t>slurmd</a:t>
            </a:r>
            <a:endParaRPr dirty="0"/>
          </a:p>
          <a:p>
            <a:pPr marL="0" indent="0">
              <a:buNone/>
            </a:pPr>
            <a:r>
              <a:rPr dirty="0"/>
              <a:t>• Provides elastic scaling for compute resources</a:t>
            </a:r>
          </a:p>
          <a:p>
            <a:pPr marL="0" indent="0">
              <a:buNone/>
            </a:pPr>
            <a:r>
              <a:rPr dirty="0"/>
              <a:t>• Manages pod lifecycle and cleanup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Job submitted via </a:t>
            </a:r>
            <a:r>
              <a:rPr dirty="0" err="1"/>
              <a:t>sbatch</a:t>
            </a:r>
            <a:endParaRPr dirty="0"/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Slurm</a:t>
            </a:r>
            <a:r>
              <a:rPr dirty="0"/>
              <a:t> Controller provisions a pod in Kubernetes</a:t>
            </a:r>
          </a:p>
          <a:p>
            <a:pPr marL="0" indent="0">
              <a:buNone/>
            </a:pPr>
            <a:r>
              <a:rPr dirty="0"/>
              <a:t>3. Pod registers as compute node</a:t>
            </a:r>
          </a:p>
          <a:p>
            <a:pPr marL="0" indent="0">
              <a:buNone/>
            </a:pPr>
            <a:r>
              <a:rPr dirty="0"/>
              <a:t>4. Pod executes workload and terminates after completion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EKP integrates </a:t>
            </a:r>
            <a:r>
              <a:rPr dirty="0" err="1"/>
              <a:t>Slurm’s</a:t>
            </a:r>
            <a:r>
              <a:rPr dirty="0"/>
              <a:t> job orchestration with Kubernetes elasticity</a:t>
            </a:r>
          </a:p>
          <a:p>
            <a:pPr marL="0" indent="0">
              <a:buNone/>
            </a:pPr>
            <a:r>
              <a:rPr dirty="0"/>
              <a:t>• Ideal for hybrid HPC + ML environments</a:t>
            </a:r>
          </a:p>
          <a:p>
            <a:pPr marL="0" indent="0">
              <a:buNone/>
            </a:pPr>
            <a:r>
              <a:rPr dirty="0"/>
              <a:t>• Provides auto-scaling, efficient utilization, and hybrid cloud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3324</TotalTime>
  <Words>159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Slurm Elastic Kubernetes Pods (EKP) Architecture</vt:lpstr>
      <vt:lpstr>Architecture Overview</vt:lpstr>
      <vt:lpstr>Slurm Controller</vt:lpstr>
      <vt:lpstr>Kubernetes Cluster</vt:lpstr>
      <vt:lpstr>Pod Lifecycle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Slurm Elastic Kubernetes Pods (EKP) Architecture</dc:title>
  <dc:subject/>
  <dc:creator/>
  <cp:keywords/>
  <dc:description>generated using python-pptx</dc:description>
  <cp:lastModifiedBy>rajesh narayanan</cp:lastModifiedBy>
  <cp:revision>3</cp:revision>
  <dcterms:created xsi:type="dcterms:W3CDTF">2013-01-27T09:14:16Z</dcterms:created>
  <dcterms:modified xsi:type="dcterms:W3CDTF">2025-10-27T23:16:03Z</dcterms:modified>
  <cp:category/>
</cp:coreProperties>
</file>