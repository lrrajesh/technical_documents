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Incident Handling in a Public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reliability and rapid recovery across large-scale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Structured response to outages and service degradations</a:t>
            </a:r>
          </a:p>
          <a:p>
            <a:r>
              <a:t>Goals:</a:t>
            </a:r>
          </a:p>
          <a:p>
            <a:r>
              <a:t>- Rapid restoration of service</a:t>
            </a:r>
          </a:p>
          <a:p>
            <a:r>
              <a:t>- Minimize customer impact</a:t>
            </a:r>
          </a:p>
          <a:p>
            <a:r>
              <a:t>- Identify and eliminate root causes</a:t>
            </a:r>
          </a:p>
          <a:p>
            <a:r>
              <a:t>- Prevent recurrence through automation and process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Lifecycle — Overview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→ Triage → Mitigation → Communication → Resolution → Postmortem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monitoring (metrics, logs, probes)</a:t>
            </a:r>
          </a:p>
          <a:p>
            <a:r>
              <a:t>- Synthetic transactions and customer feedback</a:t>
            </a:r>
          </a:p>
          <a:p>
            <a:r>
              <a:t>- Alerting tools: Prometheus, Grafana, CloudWatch</a:t>
            </a:r>
          </a:p>
          <a:p>
            <a:r>
              <a:t>- MTTD: Mean Time to Detect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Assess Severity (SEV)</a:t>
            </a:r>
          </a:p>
          <a:p>
            <a:r>
              <a:t>- Identify blast radius</a:t>
            </a:r>
          </a:p>
          <a:p>
            <a:r>
              <a:t>- Establish Incident Bridge and assign roles:</a:t>
            </a:r>
          </a:p>
          <a:p>
            <a:r>
              <a:t>  - Incident Commander (IC)</a:t>
            </a:r>
          </a:p>
          <a:p>
            <a:r>
              <a:t>  - Technical Lead</a:t>
            </a:r>
          </a:p>
          <a:p>
            <a:r>
              <a:t>  - Comms Lead</a:t>
            </a:r>
          </a:p>
          <a:p>
            <a:r>
              <a:t>  - Scribe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Contain first, fix later</a:t>
            </a:r>
          </a:p>
          <a:p>
            <a:r>
              <a:t>- Rollback, failover, traffic redirection</a:t>
            </a:r>
          </a:p>
          <a:p>
            <a:r>
              <a:t>- Engage on-call dependencies (network, DB, storage)</a:t>
            </a:r>
          </a:p>
          <a:p>
            <a:r>
              <a:t>- Log all mitigation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Internal updates every 15–30 mins for SEV-1</a:t>
            </a:r>
          </a:p>
          <a:p>
            <a:r>
              <a:t>- External updates via status pages</a:t>
            </a:r>
          </a:p>
          <a:p>
            <a:r>
              <a:t>- Use concise structure: Impact → Scope → Mitigation → ETA</a:t>
            </a:r>
          </a:p>
          <a:p>
            <a:r>
              <a:t>- Tools: Slack, PagerDuty, OpsGenie, Statuspage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Verify stability and recovery</a:t>
            </a:r>
          </a:p>
          <a:p>
            <a:r>
              <a:t>- Monitor post-resolution</a:t>
            </a:r>
          </a:p>
          <a:p>
            <a:r>
              <a:t>- Document closure in Jira or incident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Post-Incident Review (PIR)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Reconstruct timeline</a:t>
            </a:r>
          </a:p>
          <a:p>
            <a:r>
              <a:t>- Root Cause Analysis (RCA)</a:t>
            </a:r>
          </a:p>
          <a:p>
            <a:r>
              <a:t>- Define Corrective Actions (CAs)</a:t>
            </a:r>
          </a:p>
          <a:p>
            <a:r>
              <a:t>- Document lessons learned in Confluence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Compute Region Outage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| Action | Tools</a:t>
            </a:r>
          </a:p>
          <a:p>
            <a:r>
              <a:t>Detection | Latency spikes detected | Prometheus, Grafana</a:t>
            </a:r>
          </a:p>
          <a:p>
            <a:r>
              <a:t>Triage | Declare SEV-1 | PagerDuty</a:t>
            </a:r>
          </a:p>
          <a:p>
            <a:r>
              <a:t>Mitigation | Failover to secondary region | Load balancer, DNS</a:t>
            </a:r>
          </a:p>
          <a:p>
            <a:r>
              <a:t>Communication | Update status page | Statuspage.io</a:t>
            </a:r>
          </a:p>
          <a:p>
            <a:r>
              <a:t>Resolution | RCA: faulty firmware | CI/CD logs</a:t>
            </a:r>
          </a:p>
          <a:p>
            <a:r>
              <a:t>Postmortem | Improve rollout process | Jira, Confluence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Blast radius control: regional rollouts &amp; canaries</a:t>
            </a:r>
          </a:p>
          <a:p>
            <a:r>
              <a:t>- Immutable infrastructure: redeploy, not patch</a:t>
            </a:r>
          </a:p>
          <a:p>
            <a:r>
              <a:t>- Automated rollback: scripted reversions</a:t>
            </a:r>
          </a:p>
          <a:p>
            <a:r>
              <a:t>- Separate control/data planes</a:t>
            </a:r>
          </a:p>
          <a:p>
            <a:r>
              <a:t>- Error budgets &amp; SLOs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 | Definition</a:t>
            </a:r>
          </a:p>
          <a:p>
            <a:r>
              <a:t>MTTD | Mean Time to Detect</a:t>
            </a:r>
          </a:p>
          <a:p>
            <a:r>
              <a:t>MTTA | Mean Time to Acknowledge</a:t>
            </a:r>
          </a:p>
          <a:p>
            <a:r>
              <a:t>MTTR | Mean Time to Resolve</a:t>
            </a:r>
          </a:p>
          <a:p>
            <a:r>
              <a:t>Incident Count by SEV | Reliability trend</a:t>
            </a:r>
          </a:p>
          <a:p>
            <a:r>
              <a:t>PIR Completion Rate | Process adherence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SEV-1 Roles and Command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Incident Commander: directs response</a:t>
            </a:r>
          </a:p>
          <a:p>
            <a:r>
              <a:t>- Service Owner/SRE: mitigates issue</a:t>
            </a:r>
          </a:p>
          <a:p>
            <a:r>
              <a:t>- Comms Lead: stakeholder updates</a:t>
            </a:r>
          </a:p>
          <a:p>
            <a:r>
              <a:t>- Business Rep: customer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Post-Incident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Blameless retrospectives</a:t>
            </a:r>
          </a:p>
          <a:p>
            <a:r>
              <a:t>- Automate frequent mitigations</a:t>
            </a:r>
          </a:p>
          <a:p>
            <a:r>
              <a:t>- Trend analysis for recurring patterns</a:t>
            </a:r>
          </a:p>
          <a:p>
            <a:r>
              <a:t>- Drive reliability through continuous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Reliability Through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- Respond fast, communicate clearly, and automate learnings</a:t>
            </a:r>
          </a:p>
          <a:p>
            <a:r>
              <a:t>- Build resilience through process, not just technology</a:t>
            </a:r>
          </a:p>
          <a:p>
            <a:r>
              <a:t>- Foster a culture of ownership and continuous improvement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Ownership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Owning end-to-end reliability and operational excellence for cloud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Service Health Monitoring</a:t>
            </a:r>
          </a:p>
          <a:p>
            <a:r>
              <a:t>2. On-Call &amp; Incident Response</a:t>
            </a:r>
          </a:p>
          <a:p>
            <a:r>
              <a:t>3. Release Management</a:t>
            </a:r>
          </a:p>
          <a:p>
            <a:r>
              <a:t>4. Postmortem &amp; RCA</a:t>
            </a:r>
          </a:p>
          <a:p>
            <a:r>
              <a:t>5. Change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Health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Define SLIs/SLOs (latency, availability, error rate)</a:t>
            </a:r>
          </a:p>
          <a:p>
            <a:r>
              <a:t>- Build dashboards and alerts</a:t>
            </a:r>
          </a:p>
          <a:p>
            <a:r>
              <a:t>- Continuously tune alert thresholds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On-Call &amp;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Participate in rotations</a:t>
            </a:r>
          </a:p>
          <a:p>
            <a:r>
              <a:t>- Lead or support incident bridges</a:t>
            </a:r>
          </a:p>
          <a:p>
            <a:r>
              <a:t>- Execute triage, mitigation, and recovery</a:t>
            </a:r>
          </a:p>
          <a:p>
            <a:r>
              <a:t>- Communicate effectively during SEV events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CI/CD for controlled rollouts</a:t>
            </a:r>
          </a:p>
          <a:p>
            <a:r>
              <a:t>- Apply canary or blue/green strategies</a:t>
            </a:r>
          </a:p>
          <a:p>
            <a:r>
              <a:t>- Maintain rollback and version control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Postmortem and RCA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Conduct blameless reviews</a:t>
            </a:r>
          </a:p>
          <a:p>
            <a:r>
              <a:t>- Document root cause and corrective actions</a:t>
            </a:r>
          </a:p>
          <a:p>
            <a:r>
              <a:t>- Track and verify closure of follow-up items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Review and approve production changes</a:t>
            </a:r>
          </a:p>
          <a:p>
            <a:r>
              <a:t>- Perform impact assessments</a:t>
            </a:r>
          </a:p>
          <a:p>
            <a:r>
              <a:t>- Schedule maintenance windows for high-risk operations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Preventive and Continuous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Automation: Runbooks, self-healing</a:t>
            </a:r>
          </a:p>
          <a:p>
            <a:r>
              <a:t>Resilience: Chaos testing, failover drills</a:t>
            </a:r>
          </a:p>
          <a:p>
            <a:r>
              <a:t>Capacity: Forecast and scale proactively</a:t>
            </a:r>
          </a:p>
          <a:p>
            <a:r>
              <a:t>Security: Patch management, IAM audits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Partner with Dev, SRE, and Product teams</a:t>
            </a:r>
          </a:p>
          <a:p>
            <a:r>
              <a:t>- Ensure operational readiness before launches</a:t>
            </a:r>
          </a:p>
          <a:p>
            <a:r>
              <a:t>- Engage stakeholders during incidents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MTTD / MTTR: Detection and recovery speed</a:t>
            </a:r>
          </a:p>
          <a:p>
            <a:r>
              <a:t>Change Failure Rate: Release quality</a:t>
            </a:r>
          </a:p>
          <a:p>
            <a:r>
              <a:t>Incident Recurrence Rate: RCA effectiveness</a:t>
            </a:r>
          </a:p>
          <a:p>
            <a:r>
              <a:t>Automation Coverage: Operational maturity</a:t>
            </a:r>
          </a:p>
          <a:p>
            <a:r>
              <a:t>SLO Compliance: Reliability performance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You build it, you run it</a:t>
            </a:r>
          </a:p>
          <a:p>
            <a:r>
              <a:t>- Reliability is a product feature</a:t>
            </a:r>
          </a:p>
          <a:p>
            <a:r>
              <a:t>- Blameless culture fosters learning</a:t>
            </a:r>
          </a:p>
          <a:p>
            <a:r>
              <a:t>- Continuous improvement drives resilience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&amp; Weekly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Daily:</a:t>
            </a:r>
          </a:p>
          <a:p>
            <a:r>
              <a:t>- Review alerts and dashboards</a:t>
            </a:r>
          </a:p>
          <a:p>
            <a:r>
              <a:t>- Check deployments and CI/CD</a:t>
            </a:r>
          </a:p>
          <a:p>
            <a:r>
              <a:t>- Report ongoing issues</a:t>
            </a:r>
          </a:p>
          <a:p>
            <a:endParaRPr/>
          </a:p>
          <a:p>
            <a:r>
              <a:t>Weekly:</a:t>
            </a:r>
          </a:p>
          <a:p>
            <a:r>
              <a:t>- Review SEVs and RCAs</a:t>
            </a:r>
          </a:p>
          <a:p>
            <a:r>
              <a:t>- Audit resource utilization</a:t>
            </a:r>
          </a:p>
          <a:p>
            <a:r>
              <a:t>- Plan automation and scaling improvements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Operational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ownership ensures:</a:t>
            </a:r>
          </a:p>
          <a:p>
            <a:r>
              <a:t>- High availability and reliability</a:t>
            </a:r>
          </a:p>
          <a:p>
            <a:r>
              <a:t>- Fast, coordinated recovery</a:t>
            </a:r>
          </a:p>
          <a:p>
            <a:r>
              <a:t>- Continuous improvement and accountability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805</Words>
  <Application>Microsoft Office PowerPoint</Application>
  <PresentationFormat>On-screen Show (4:3)</PresentationFormat>
  <Paragraphs>143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Production Incident Handling in a Public Cloud</vt:lpstr>
      <vt:lpstr>Overview</vt:lpstr>
      <vt:lpstr>Incident Lifecycle — Overview Diagram</vt:lpstr>
      <vt:lpstr>Detection</vt:lpstr>
      <vt:lpstr>Triage</vt:lpstr>
      <vt:lpstr>Mitigation</vt:lpstr>
      <vt:lpstr>Communication</vt:lpstr>
      <vt:lpstr>Resolution</vt:lpstr>
      <vt:lpstr>Post-Incident Review (PIR)</vt:lpstr>
      <vt:lpstr>Example — Compute Region Outage</vt:lpstr>
      <vt:lpstr>Cloud Best Practices</vt:lpstr>
      <vt:lpstr>Key Metrics Dashboard</vt:lpstr>
      <vt:lpstr>SEV-1 Roles and Command Structure</vt:lpstr>
      <vt:lpstr>Post-Incident Culture</vt:lpstr>
      <vt:lpstr>Summary — Reliability Through Discipline</vt:lpstr>
      <vt:lpstr>Production Ownership Overview</vt:lpstr>
      <vt:lpstr>Core Responsibilities</vt:lpstr>
      <vt:lpstr>Service Health Monitoring</vt:lpstr>
      <vt:lpstr>On-Call &amp; Incident Response</vt:lpstr>
      <vt:lpstr>Release Management</vt:lpstr>
      <vt:lpstr>Postmortem and RCA</vt:lpstr>
      <vt:lpstr>Change Management</vt:lpstr>
      <vt:lpstr>Preventive and Continuous Improvement</vt:lpstr>
      <vt:lpstr>Collaboration Responsibilities</vt:lpstr>
      <vt:lpstr>Ownership Metrics</vt:lpstr>
      <vt:lpstr>Cultural Principles</vt:lpstr>
      <vt:lpstr>Daily &amp; Weekly Tasks</vt:lpstr>
      <vt:lpstr>Summary — Operational Excellence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Incident Handling in a Public Cloud</dc:title>
  <dc:subject/>
  <dc:creator/>
  <cp:keywords/>
  <dc:description>generated using python-pptx</dc:description>
  <cp:lastModifiedBy>rajesh narayanan</cp:lastModifiedBy>
  <cp:revision>1</cp:revision>
  <dcterms:created xsi:type="dcterms:W3CDTF">2013-01-27T09:14:16Z</dcterms:created>
  <dcterms:modified xsi:type="dcterms:W3CDTF">2025-10-21T05:27:27Z</dcterms:modified>
  <cp:category/>
</cp:coreProperties>
</file>