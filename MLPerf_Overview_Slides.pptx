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MLPerf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Benchmarking Machine Learning Performance</a:t>
            </a:r>
          </a:p>
          <a:p>
            <a:r>
              <a:t>By Rajesh Narayanan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MLPerf?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Open benchmarking suite for ML hardware, software, and systems</a:t>
            </a:r>
          </a:p>
          <a:p>
            <a:r>
              <a:t>- Managed by MLCommons (Google, NVIDIA, Intel, Meta, Microsoft, Stanford, etc.)</a:t>
            </a:r>
          </a:p>
          <a:p>
            <a:r>
              <a:t>- Provides fair, standardized, and reproducible ML performance metrics</a:t>
            </a:r>
          </a:p>
          <a:p>
            <a:r>
              <a:t>- Evaluates both training and inference workloads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MLPerf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Training: Measures how fast a system can train a model to target accuracy</a:t>
            </a:r>
          </a:p>
          <a:p>
            <a:r>
              <a:t>- Inference: Evaluates latency &amp; throughput for predictions</a:t>
            </a:r>
          </a:p>
          <a:p>
            <a:r>
              <a:t>  - Datacenter</a:t>
            </a:r>
          </a:p>
          <a:p>
            <a:r>
              <a:t>  - Edge</a:t>
            </a:r>
          </a:p>
          <a:p>
            <a:r>
              <a:t>- HPC: ML in high-performance computing environments</a:t>
            </a:r>
          </a:p>
          <a:p>
            <a:r>
              <a:t>- TinyML: Ultra-low-power ML for microcontrollers</a:t>
            </a:r>
          </a:p>
          <a:p>
            <a:r>
              <a:t>- Storage &amp; AI: Focuses on data pipeline and I/O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Workloads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Classification – ResNet-50 – Computer Vision</a:t>
            </a:r>
          </a:p>
          <a:p>
            <a:r>
              <a:t>Object Detection – SSD, Mask R-CNN – Vision</a:t>
            </a:r>
          </a:p>
          <a:p>
            <a:r>
              <a:t>Language Processing – BERT, GPT – NLP</a:t>
            </a:r>
          </a:p>
          <a:p>
            <a:r>
              <a:t>Recommendation – DLRM – Recommender Systems</a:t>
            </a:r>
          </a:p>
          <a:p>
            <a:r>
              <a:t>Speech Recognition – RNN-T – Audio</a:t>
            </a:r>
          </a:p>
          <a:p>
            <a:r>
              <a:t>Medical Imaging – 3D U-Net – Healthcare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Throughput: Samples per second</a:t>
            </a:r>
          </a:p>
          <a:p>
            <a:r>
              <a:t>- Latency: Time per inference</a:t>
            </a:r>
          </a:p>
          <a:p>
            <a:r>
              <a:t>- Power Efficiency: Performance per watt (Edge/TinyML)</a:t>
            </a:r>
          </a:p>
          <a:p>
            <a:r>
              <a:t>- Time-to-Train: Time to reach accuracy goal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Submissions from companies and research groups</a:t>
            </a:r>
          </a:p>
          <a:p>
            <a:r>
              <a:t>- Benchmarks are audited and verified by MLCommons</a:t>
            </a:r>
          </a:p>
          <a:p>
            <a:r>
              <a:t>- Hardware &amp; software configuration details published</a:t>
            </a:r>
          </a:p>
          <a:p>
            <a:r>
              <a:t>- Results appear in public leaderboards twice yearly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Results (2025)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NVIDIA H100 / GH200: Leading in training throughput</a:t>
            </a:r>
          </a:p>
          <a:p>
            <a:r>
              <a:t>- Intel Gaudi 2 / 3: Strong cost-performance for AI training</a:t>
            </a:r>
          </a:p>
          <a:p>
            <a:r>
              <a:t>- Google TPU v4 / v5e: Competitive in both training &amp; inference</a:t>
            </a:r>
          </a:p>
          <a:p>
            <a:r>
              <a:t>- Qualcomm / MediaTek: Leading TinyML &amp; Edge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MLPerf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Common, transparent benchmark for all AI hardware vendors</a:t>
            </a:r>
          </a:p>
          <a:p>
            <a:r>
              <a:t>- Enables objective performance comparison</a:t>
            </a:r>
          </a:p>
          <a:p>
            <a:r>
              <a:t>- Drives optimization across software stacks (PyTorch, TensorFlow, ONNX)</a:t>
            </a:r>
          </a:p>
          <a:p>
            <a:r>
              <a:t>- Helps R&amp;D teams and data centers with procurement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MLPerf standardizes how we measure ML performance, ensuring fair, reproducible, and auditable comparisons across:</a:t>
            </a:r>
          </a:p>
          <a:p>
            <a:r>
              <a:t>- Hardware (GPU, TPU, ASIC, CPU)</a:t>
            </a:r>
          </a:p>
          <a:p>
            <a:r>
              <a:t>- Frameworks and compilers</a:t>
            </a:r>
          </a:p>
          <a:p>
            <a:r>
              <a:t>- Cloud, HPC, and edge platforms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MLCommons Official Site: https://mlcommons.org/en/</a:t>
            </a:r>
          </a:p>
          <a:p>
            <a:r>
              <a:t>MLPerf Results Dashboard: https://mlcommons.org/en/inference-datacenter-41/</a:t>
            </a:r>
          </a:p>
          <a:p>
            <a:r>
              <a:t>MLPerf Papers: arXiv.org → Search 'MLPerf Benchmark'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