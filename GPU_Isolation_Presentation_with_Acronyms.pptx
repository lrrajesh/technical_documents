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GPU Driver Task Isolation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mechanisms used by GPU drivers to securely and efficiently isolate user jobs on shared GPUs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GPU clusters often share one physical GPU among many jobs.</a:t>
            </a:r>
          </a:p>
          <a:p>
            <a:r>
              <a:t>Isolation prevents one job from interfering with another in terms of security, performance, or stability.</a:t>
            </a:r>
          </a:p>
          <a:p>
            <a:r>
              <a:t>Drivers and hardware enforce this with memory protection, context switching, and partitioning.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Isolation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1. Context Management – per-job GPU context (registers, queues, state)</a:t>
            </a:r>
          </a:p>
          <a:p>
            <a:r>
              <a:rPr sz="2400" dirty="0"/>
              <a:t>2. Virtual Memory – per-context page tables with IOMMU/SMMU</a:t>
            </a:r>
          </a:p>
          <a:p>
            <a:r>
              <a:rPr sz="2400" dirty="0"/>
              <a:t>3. Scheduling &amp; Partitioning – time-slicing and hardware partitioning (MIG, SR‑IOV)</a:t>
            </a:r>
          </a:p>
          <a:p>
            <a:r>
              <a:rPr sz="2400" dirty="0"/>
              <a:t>4. Command Queue Isolation – separate, validated queues</a:t>
            </a:r>
          </a:p>
          <a:p>
            <a:r>
              <a:rPr sz="2400" dirty="0"/>
              <a:t>5. Preemption &amp; Fault Containment – contain faulty kernels</a:t>
            </a:r>
          </a:p>
          <a:p>
            <a:r>
              <a:rPr sz="2400" dirty="0"/>
              <a:t>6. Host-Level Controls – containers, </a:t>
            </a:r>
            <a:r>
              <a:rPr sz="2400" dirty="0" err="1"/>
              <a:t>cgroups</a:t>
            </a:r>
            <a:r>
              <a:rPr sz="2400" dirty="0"/>
              <a:t>, schedulers restrict GPU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Flow of GPU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Scheduler assigns a GPU partition or VF to the job</a:t>
            </a:r>
          </a:p>
          <a:p>
            <a:r>
              <a:t>2. Driver creates GPU context and maps memory</a:t>
            </a:r>
          </a:p>
          <a:p>
            <a:r>
              <a:t>3. Commands submitted to isolated queues</a:t>
            </a:r>
          </a:p>
          <a:p>
            <a:r>
              <a:t>4. GPU hardware enforces memory &amp; execution isolation</a:t>
            </a:r>
          </a:p>
          <a:p>
            <a:r>
              <a:t>5. Preemption and error handling contain faults per job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NVIDIA MIG-Based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NVIDIA Multi‑Instance GPU (MIG) partitions GPU into hardware‑isolated slices.</a:t>
            </a:r>
          </a:p>
          <a:p>
            <a:r>
              <a:t>Each slice has dedicated SMs, L2 cache, and memory.</a:t>
            </a:r>
          </a:p>
          <a:p>
            <a:r>
              <a:t>Each job’s context binds to one MIG slice, ensuring secure and predictable workload separation.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NVIDIA MIG-Based Isolation</a:t>
            </a:r>
          </a:p>
        </p:txBody>
      </p:sp>
      <p:pic>
        <p:nvPicPr>
          <p:cNvPr id="4" name="Picture 3" descr="mig_diagram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56" y="1703784"/>
            <a:ext cx="6872288" cy="51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9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 Gaudi / SR‑IOV-Based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 Gaudi GPUs use PCIe SR‑IOV to expose multiple Virtual Functions (VFs).</a:t>
            </a:r>
          </a:p>
          <a:p>
            <a:r>
              <a:t>Each VF has its own queue, DMA engine, and page tables.</a:t>
            </a:r>
          </a:p>
          <a:p>
            <a:r>
              <a:t>Jobs in containers or VMs bind to separate VFs, managed by the PF driver for secure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Intel Gaudi / SR‑IOV-Based Isolation</a:t>
            </a:r>
          </a:p>
        </p:txBody>
      </p:sp>
      <p:pic>
        <p:nvPicPr>
          <p:cNvPr id="4" name="Picture 3" descr="gaudi_diagram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71576"/>
            <a:ext cx="7943849" cy="568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7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Acronyms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GPU: Graphics Processing Unit – hardware accelerator for compute and graphics</a:t>
            </a:r>
          </a:p>
          <a:p>
            <a:r>
              <a:rPr dirty="0"/>
              <a:t>SM: Streaming Multiprocessor – core compute unit in NVIDIA GPUs</a:t>
            </a:r>
          </a:p>
          <a:p>
            <a:r>
              <a:rPr dirty="0"/>
              <a:t>HBM: High‑Bandwidth Memory – fast on‑package memory for GPUs</a:t>
            </a:r>
          </a:p>
          <a:p>
            <a:r>
              <a:rPr dirty="0"/>
              <a:t>MIG: Multi‑Instance GPU – NVIDIA feature that partitions a GPU into isolated slices</a:t>
            </a:r>
          </a:p>
          <a:p>
            <a:r>
              <a:rPr dirty="0"/>
              <a:t>SR‑IOV: Single Root I/O Virtualization – PCIe technology to virtualize a device into multiple functions</a:t>
            </a:r>
          </a:p>
          <a:p>
            <a:r>
              <a:rPr dirty="0"/>
              <a:t>VF: Virtual Function – virtualized GPU instance presented to a VM or container</a:t>
            </a:r>
          </a:p>
          <a:p>
            <a:r>
              <a:rPr dirty="0"/>
              <a:t>PF: Physical Function – host‑level GPU function managing all VFs</a:t>
            </a:r>
          </a:p>
          <a:p>
            <a:r>
              <a:rPr dirty="0"/>
              <a:t>IOMMU / SMMU: I/O Memory Management Unit / System MMU – hardware for memory protection of DMA</a:t>
            </a:r>
          </a:p>
          <a:p>
            <a:r>
              <a:rPr dirty="0"/>
              <a:t>DMA: Direct Memory Access – allows GPU to access host or device memory directly</a:t>
            </a:r>
          </a:p>
          <a:p>
            <a:r>
              <a:rPr dirty="0"/>
              <a:t>RAS: Reliability, Availability, and Serviceability – hardware error detection and reporting framework</a:t>
            </a:r>
          </a:p>
          <a:p>
            <a:r>
              <a:rPr dirty="0"/>
              <a:t>SMT / Preemption: Simultaneous Multithreading / Preemption – techniques for scheduling and isolating GPU workloads</a:t>
            </a:r>
          </a:p>
        </p:txBody>
      </p:sp>
    </p:spTree>
    <p:extLst>
      <p:ext uri="{BB962C8B-B14F-4D97-AF65-F5344CB8AC3E}">
        <p14:creationId xmlns:p14="http://schemas.microsoft.com/office/powerpoint/2010/main" val="4129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481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GPU Driver Task Isolation</vt:lpstr>
      <vt:lpstr>Overview</vt:lpstr>
      <vt:lpstr>Key Isolation Mechanisms</vt:lpstr>
      <vt:lpstr>Common Flow of GPU Isolation</vt:lpstr>
      <vt:lpstr>NVIDIA MIG-Based Isolation</vt:lpstr>
      <vt:lpstr>NVIDIA MIG-Based Isolation</vt:lpstr>
      <vt:lpstr>Intel Gaudi / SR‑IOV-Based Isolation</vt:lpstr>
      <vt:lpstr>Intel Gaudi / SR‑IOV-Based Isolation</vt:lpstr>
      <vt:lpstr>Appendix: Acronyms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Driver Task Isolation</dc:title>
  <dc:subject/>
  <dc:creator/>
  <cp:keywords/>
  <dc:description>generated using python-pptx</dc:description>
  <cp:lastModifiedBy>rajesh narayanan</cp:lastModifiedBy>
  <cp:revision>4</cp:revision>
  <dcterms:created xsi:type="dcterms:W3CDTF">2013-01-27T09:14:16Z</dcterms:created>
  <dcterms:modified xsi:type="dcterms:W3CDTF">2025-09-29T15:42:35Z</dcterms:modified>
  <cp:category/>
</cp:coreProperties>
</file>