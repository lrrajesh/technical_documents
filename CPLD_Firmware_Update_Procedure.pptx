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CPLD Firmware Update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Update Process for Complex Programmable Logic Device in Enterprise Servers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CPLD (Complex Programmable Logic Device) controls board-level power sequencing, reset logic, and low-level hardware coordination.</a:t>
            </a:r>
          </a:p>
          <a:p>
            <a:r>
              <a:t>• Updates fix timing issues, add hardware support, or align with BIOS/BMC dependencies.</a:t>
            </a:r>
          </a:p>
          <a:p>
            <a:r>
              <a:t>• Failure can affect power-up logic or fan control — reliability and validation are critical.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in Server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Acts as hardware glue logic connecting BIOS, BMC, VRMs, and sensors.</a:t>
            </a:r>
          </a:p>
          <a:p>
            <a:r>
              <a:t>• Controls board power sequencing and reset timing.</a:t>
            </a:r>
          </a:p>
          <a:p>
            <a:r>
              <a:t>• Interacts with BMC for firmware coordination.</a:t>
            </a:r>
          </a:p>
          <a:p>
            <a:r>
              <a:t>• Non-volatile, retains configuration after power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current CPLD version via BIOS, BMC, or CLI.</a:t>
            </a:r>
          </a:p>
          <a:p>
            <a:r>
              <a:t>• Verify dependencies with BIOS and BMC firmware versions.</a:t>
            </a:r>
          </a:p>
          <a:p>
            <a:r>
              <a:t>• Ensure stable AC power and network connectivity.</a:t>
            </a:r>
          </a:p>
          <a:p>
            <a:r>
              <a:t>• Power down host OS before update.</a:t>
            </a:r>
          </a:p>
          <a:p>
            <a:r>
              <a:t>• Backup configuration and version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Obtain and Verify Firmware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Download from OEM (Dell, HPE, Lenovo, Intel, Supermicro).</a:t>
            </a:r>
          </a:p>
          <a:p>
            <a:r>
              <a:t>• Validate checksum (SHA-256) and digital signature.</a:t>
            </a:r>
          </a:p>
          <a:p>
            <a:r>
              <a:t>• Match firmware to exact board revision and CPLD type (e.g., AST2600).</a:t>
            </a:r>
          </a:p>
          <a:p>
            <a:r>
              <a:t>• Check version matrix for BIOS-BMC-CPLD alignment.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Staging and 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Out-of-Band (via BMC):</a:t>
            </a:r>
          </a:p>
          <a:p>
            <a:r>
              <a:t>• Use iDRAC, iLO, XClarity, or Redfish API to upload firmware.</a:t>
            </a:r>
          </a:p>
          <a:p>
            <a:r>
              <a:t>• Example: racadm fwupdate -f cpld_update.bin</a:t>
            </a:r>
          </a:p>
          <a:p/>
          <a:p>
            <a:r>
              <a:t>In-Band:</a:t>
            </a:r>
          </a:p>
          <a:p>
            <a:r>
              <a:t>• Use vendor CLI from OS (fwupdate, SUM, sysfwupdt).</a:t>
            </a:r>
          </a:p>
          <a:p>
            <a:r>
              <a:t>• System reboots to maintenance mode for flashing.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– Flashing the CPLD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BMC halts power control logic and enters service mode.</a:t>
            </a:r>
          </a:p>
          <a:p>
            <a:r>
              <a:t>• Old CPLD image erased; new image written in blocks.</a:t>
            </a:r>
          </a:p>
          <a:p>
            <a:r>
              <a:t>• CRC and signature validation before activation.</a:t>
            </a:r>
          </a:p>
          <a:p>
            <a:r>
              <a:t>• Logs recorded in BMC System Event Log (SEL).</a:t>
            </a:r>
          </a:p>
          <a:p>
            <a:r>
              <a:t>• Do not power-cycle or reboot during flashing.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– Reboot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System reboots automatically.</a:t>
            </a:r>
          </a:p>
          <a:p>
            <a:r>
              <a:t>• CPLD initializes during power sequencing.</a:t>
            </a:r>
          </a:p>
          <a:p>
            <a:r>
              <a:t>• Verify via BIOS setup or BMC firmware inventory.</a:t>
            </a:r>
          </a:p>
          <a:p>
            <a:r>
              <a:t>• Check board health: power rails, fans, and temperature sensors.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and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Dual CPLD image (Primary/Backup) used for safe updates.</a:t>
            </a:r>
          </a:p>
          <a:p>
            <a:r>
              <a:t>• Automatic rollback if integrity checks fail.</a:t>
            </a:r>
          </a:p>
          <a:p>
            <a:r>
              <a:t>• Manual recovery options:</a:t>
            </a:r>
          </a:p>
          <a:p>
            <a:r>
              <a:t>  - JTAG reflash via recovery jumper.</a:t>
            </a:r>
          </a:p>
          <a:p>
            <a:r>
              <a:t>  - BMC or USB-based recovery utility.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and Fleet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orchestration via OME, OneView, XClarity, or DCM.</a:t>
            </a:r>
          </a:p>
          <a:p>
            <a:r>
              <a:t>• Sequenced updates: BMC → CPLD → BIOS.</a:t>
            </a:r>
          </a:p>
          <a:p>
            <a:r>
              <a:t>• Parallel but staged rollout for safety.</a:t>
            </a:r>
          </a:p>
          <a:p>
            <a:r>
              <a:t>• Integrated audit and rollback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align CPLD with matching BIOS/BMC versions.</a:t>
            </a:r>
          </a:p>
          <a:p>
            <a:r>
              <a:t>• Avoid updates during power stress or high system load.</a:t>
            </a:r>
          </a:p>
          <a:p>
            <a:r>
              <a:t>• Maintain detailed logs and configuration backups.</a:t>
            </a:r>
          </a:p>
          <a:p>
            <a:r>
              <a:t>• Keep recovery plan and physical access ready.</a:t>
            </a:r>
          </a:p>
          <a:p>
            <a:r>
              <a:t>• Automate using Redfish or Ansible 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Dell – iDRAC, RACADM, OpenManage Enterprise</a:t>
            </a:r>
          </a:p>
          <a:p>
            <a:r>
              <a:t>HPE – iLO, OneView, SUM, Amplifier Pack</a:t>
            </a:r>
          </a:p>
          <a:p>
            <a:r>
              <a:t>Lenovo – XClarity, XCC</a:t>
            </a:r>
          </a:p>
          <a:p>
            <a:r>
              <a:t>Intel – DCM, sysfwupdt, OFU</a:t>
            </a:r>
          </a:p>
          <a:p>
            <a:r>
              <a:t>Supermicro – SUM, IPMItool, SuperDoctor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CPLD Update Flow:</a:t>
            </a:r>
          </a:p>
          <a:p>
            <a:r>
              <a:t>Preparation → Validate → Upload → Flash → Reboot → Validate → Monitor</a:t>
            </a:r>
          </a:p>
          <a:p>
            <a:r>
              <a:t>Include rollback and dependency chain (BMC ↔ CPLD ↔ BIOS).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