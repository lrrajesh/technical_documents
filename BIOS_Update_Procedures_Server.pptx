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Update Procedures in a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Reliable, Secure, and Automated Update Process for Enterprise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BIOS/UEFI initializes hardware during boot and sets up system firmware environment.</a:t>
            </a:r>
          </a:p>
          <a:p>
            <a:r>
              <a:t>• Updates address security flaws, add hardware support, and fix compatibility issues.</a:t>
            </a:r>
          </a:p>
          <a:p>
            <a:r>
              <a:t>• Failure can brick servers — reliability and rollback are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target servers and current BIOS version (via IPMI/Redfish/CLI).</a:t>
            </a:r>
          </a:p>
          <a:p>
            <a:r>
              <a:t>• Verify hardware compatibility and version dependencies.</a:t>
            </a:r>
          </a:p>
          <a:p>
            <a:r>
              <a:t>• Ensure redundant power and low server load.</a:t>
            </a:r>
          </a:p>
          <a:p>
            <a:r>
              <a:t>• Backup BIOS configuration (boot order, PXE, virtualization).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Obtain and Validate BIOS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BIOS image (.bin/.cap/.efi) from OEM site.</a:t>
            </a:r>
          </a:p>
          <a:p>
            <a:r>
              <a:t>• Verify checksum and digital signature.</a:t>
            </a:r>
          </a:p>
          <a:p>
            <a:r>
              <a:t>• Confirm correct model/board revision.</a:t>
            </a:r>
          </a:p>
          <a:p>
            <a:r>
              <a:t>• Distribute via management tools (OpenManage, iLO Amplifier, XClarity).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Staging and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Options:</a:t>
            </a:r>
          </a:p>
          <a:p>
            <a:r>
              <a:t>1. In-band update via OS tools (fwupd, flashupdt, dcu-cli).</a:t>
            </a:r>
          </a:p>
          <a:p>
            <a:r>
              <a:t>2. Out-of-band update via BMC or Redfish API (iDRAC/iLO).</a:t>
            </a:r>
          </a:p>
          <a:p>
            <a:r>
              <a:t>• Out-of-band method is safer for remote servers.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Flashing the BIOS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firmware maintenance mode.</a:t>
            </a:r>
          </a:p>
          <a:p>
            <a:r>
              <a:t>• Erase old BIOS image from SPI flash.</a:t>
            </a:r>
          </a:p>
          <a:p>
            <a:r>
              <a:t>• Write new BIOS image block-by-block with CRC validation.</a:t>
            </a:r>
          </a:p>
          <a:p>
            <a:r>
              <a:t>• Dual-BIOS or backup partition ensures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Verification and Reboot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Firmware integrity validated using signature/hash.</a:t>
            </a:r>
          </a:p>
          <a:p>
            <a:r>
              <a:t>• System reboots and verifies during POST.</a:t>
            </a:r>
          </a:p>
          <a:p>
            <a:r>
              <a:t>• BMC records update logs in System Event Log (SEL).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Post-Update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 version via dmidecode, iDRAC/iLO, or Redfish.</a:t>
            </a:r>
          </a:p>
          <a:p>
            <a:r>
              <a:t>• Verify BIOS settings and RAID/boot configuration.</a:t>
            </a:r>
          </a:p>
          <a:p>
            <a:r>
              <a:t>• Perform hardware health checks after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Dual BIOS / Recovery jumper for redundancy.</a:t>
            </a:r>
          </a:p>
          <a:p>
            <a:r>
              <a:t>• Automatic rollback on checksum failure.</a:t>
            </a:r>
          </a:p>
          <a:p>
            <a:r>
              <a:t>• Manual recovery via USB stick or BMC restore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in Data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Redfish API or Ansible scripts for automation.</a:t>
            </a:r>
          </a:p>
          <a:p>
            <a:r>
              <a:t>• Vendor tools: OpenManage, iLO Amplifier, XClarity.</a:t>
            </a:r>
          </a:p>
          <a:p>
            <a:r>
              <a:t>• Canary rollouts and batch segmentation reduce risk.</a:t>
            </a:r>
          </a:p>
          <a:p>
            <a:r>
              <a:t>• Integration with CI/CD and health gates.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 BIOS and BMC together.</a:t>
            </a:r>
          </a:p>
          <a:p>
            <a:r>
              <a:t>• Avoid concurrent updates on HA pairs.</a:t>
            </a:r>
          </a:p>
          <a:p>
            <a:r>
              <a:t>• Maintain recovery media and version logs.</a:t>
            </a:r>
          </a:p>
          <a:p>
            <a:r>
              <a:t>• Schedule updates during maintenance windows.</a:t>
            </a:r>
          </a:p>
          <a:p>
            <a:r>
              <a:t>• Centralize firmware telemetry (Prometheus/ELK).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BIOS Update Lifecycle:</a:t>
            </a:r>
          </a:p>
          <a:p>
            <a:r>
              <a:t>Preparation → Validate → Stage → Flash → Verify → Reboot → Validate</a:t>
            </a:r>
          </a:p>
          <a:p>
            <a:r>
              <a:t>Include safety rollback and monitoring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