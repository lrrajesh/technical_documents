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Applications: HPC vs MLPerf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Comparing performance benchmarking across scientific and machine learning domains</a:t>
            </a:r>
          </a:p>
          <a:p>
            <a:r>
              <a:t>By Rajesh Narayanan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and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HPC Benchmarks: Measure compute, memory, and interconnect for scientific workloads</a:t>
            </a:r>
          </a:p>
          <a:p>
            <a:r>
              <a:t>MLPerf: Benchmark end-to-end ML performance for training and inference</a:t>
            </a:r>
          </a:p>
          <a:p/>
          <a:p>
            <a:r>
              <a:t>Metrics:</a:t>
            </a:r>
          </a:p>
          <a:p>
            <a:r>
              <a:t>- HPC: FLOPS, scalability, bandwidth</a:t>
            </a:r>
          </a:p>
          <a:p>
            <a:r>
              <a:t>- MLPerf: Throughput, latency, time-to-train,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HPC Benchmark Suites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HPC Benchmarks:</a:t>
            </a:r>
          </a:p>
          <a:p>
            <a:r>
              <a:t>- HPL (High Performance Linpack): Dense linear equations</a:t>
            </a:r>
          </a:p>
          <a:p>
            <a:r>
              <a:t>- HPCG: Sparse linear algebra &amp; memory-bound</a:t>
            </a:r>
          </a:p>
          <a:p>
            <a:r>
              <a:t>- STREAM: Memory bandwidth test</a:t>
            </a:r>
          </a:p>
          <a:p>
            <a:r>
              <a:t>- NAS Parallel Benchmarks: Parallel scalability</a:t>
            </a:r>
          </a:p>
          <a:p>
            <a:r>
              <a:t>- LAMMPS / GROMACS: Molecular dynamics</a:t>
            </a:r>
          </a:p>
          <a:p>
            <a:r>
              <a:t>- SPEC HPC 2021: Comprehensive CPU/GPU suite</a:t>
            </a:r>
          </a:p>
          <a:p>
            <a:r>
              <a:t>- IO-500: Storage &amp; I/O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MLPerf Benchmark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Categories:</a:t>
            </a:r>
          </a:p>
          <a:p>
            <a:r>
              <a:t>- Training: ResNet-50, BERT, GPT, DLRM, RNN-T, 3D-UNet</a:t>
            </a:r>
          </a:p>
          <a:p>
            <a:r>
              <a:t>- Inference: Latency and throughput optimization</a:t>
            </a:r>
          </a:p>
          <a:p>
            <a:r>
              <a:t>- HPC/Scientific ML: DeepCAM, CosmoFlow</a:t>
            </a:r>
          </a:p>
          <a:p>
            <a:r>
              <a:t>- TinyML: Edge microcontroller benchmarks</a:t>
            </a:r>
          </a:p>
          <a:p>
            <a:r>
              <a:t>- Storage &amp; AI: Data pipeline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by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Models:</a:t>
            </a:r>
          </a:p>
          <a:p>
            <a:r>
              <a:t>- HPC: MPI, OpenMP, CUDA, OpenACC</a:t>
            </a:r>
          </a:p>
          <a:p>
            <a:r>
              <a:t>- MLPerf: PyTorch, TensorFlow, JAX</a:t>
            </a:r>
          </a:p>
          <a:p/>
          <a:p>
            <a:r>
              <a:t>Workload Type:</a:t>
            </a:r>
          </a:p>
          <a:p>
            <a:r>
              <a:t>- HPC: Deterministic, floating-point intensive</a:t>
            </a:r>
          </a:p>
          <a:p>
            <a:r>
              <a:t>- MLPerf: Tensor/matrix operations, stochastic</a:t>
            </a:r>
          </a:p>
          <a:p/>
          <a:p>
            <a:r>
              <a:t>Metrics:</a:t>
            </a:r>
          </a:p>
          <a:p>
            <a:r>
              <a:t>- HPC: GFLOPS, TFLOPS</a:t>
            </a:r>
          </a:p>
          <a:p>
            <a:r>
              <a:t>- MLPerf: Samples/sec, accuracy, latency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 Xeon / Gaudi 3 → HPL, HPCG, ResNet-50</a:t>
            </a:r>
          </a:p>
          <a:p>
            <a:r>
              <a:t>NVIDIA H100 / GH200 → HPCG, GROMACS, BERT</a:t>
            </a:r>
          </a:p>
          <a:p>
            <a:r>
              <a:t>AMD MI300X → SPEC HPC, MLPerf Training</a:t>
            </a:r>
          </a:p>
          <a:p>
            <a:r>
              <a:t>Cray / HPE → LINPACK, IO-500, MLPerf-HPC</a:t>
            </a:r>
          </a:p>
          <a:p>
            <a:r>
              <a:t>Google TPU v5e → MLPerf Training/Inference</a:t>
            </a:r>
          </a:p>
          <a:p>
            <a:r>
              <a:t>Aurora / Frontier → HPL + DeepCAM hybrid workloads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HPC–AI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systems run both HPC and MLPerf workloads:</a:t>
            </a:r>
          </a:p>
          <a:p>
            <a:r>
              <a:t>- Frontier (AMD/HPE Cray): HPL + MLPerf-HPC</a:t>
            </a:r>
          </a:p>
          <a:p>
            <a:r>
              <a:t>- Aurora (Intel Gaudi): HPCG + DeepCAM</a:t>
            </a:r>
          </a:p>
          <a:p>
            <a:r>
              <a:t>- NVIDIA DGX SuperPOD: MLPerf + scientific simulations</a:t>
            </a:r>
          </a:p>
          <a:p/>
          <a:p>
            <a:r>
              <a:t>Convergence driven by AI-assisted simulation and surrogate modeling.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HPC → Scientific compute benchmarking (FLOPS, scalability)</a:t>
            </a:r>
          </a:p>
          <a:p>
            <a:r>
              <a:t>MLPerf → AI model benchmarking (throughput, latency, accuracy)</a:t>
            </a:r>
          </a:p>
          <a:p/>
          <a:p>
            <a:r>
              <a:t>Together, they define performance across modern HPC-AI converged architectures.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TOP500.org – HPL, HPCG Results</a:t>
            </a:r>
          </a:p>
          <a:p>
            <a:r>
              <a:t>SPEC.org – SPEC HPC 2021</a:t>
            </a:r>
          </a:p>
          <a:p>
            <a:r>
              <a:t>MLCommons.org – MLPerf Training &amp; Inference</a:t>
            </a:r>
          </a:p>
          <a:p>
            <a:r>
              <a:t>ECP (DOE) – HPC + AI research benchmarks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