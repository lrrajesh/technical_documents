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Ownership &amp; Operational Excellence –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accountability, resilience, and continuous improvement in public cloud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Philosophy of Production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accountability for reliability, performance, and lifecycle management</a:t>
            </a:r>
          </a:p>
          <a:p>
            <a:r>
              <a:t>- You build it, you run it</a:t>
            </a:r>
          </a:p>
          <a:p>
            <a:r>
              <a:t>- Reliability as a product feature</a:t>
            </a:r>
          </a:p>
          <a:p>
            <a:r>
              <a:t>- Failures drive better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Layers of Ownership in Public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 Level – Application reliability (SLIs/SLOs)</a:t>
            </a:r>
          </a:p>
          <a:p>
            <a:r>
              <a:t>Infrastructure Level – Compute, storage, network health</a:t>
            </a:r>
          </a:p>
          <a:p>
            <a:r>
              <a:t>Control Plane – API and orchestration integrity</a:t>
            </a:r>
          </a:p>
          <a:p>
            <a:r>
              <a:t>Data Plane – User data durability and consistency</a:t>
            </a:r>
          </a:p>
          <a:p>
            <a:r>
              <a:t>Security &amp; Compliance – IAM, auditability</a:t>
            </a:r>
          </a:p>
          <a:p>
            <a:r>
              <a:t>Operational Process – On-call, postmortems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Ownership Maturity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Reactive → Managed → Proactive → Predictive → Autonomous</a:t>
            </a:r>
          </a:p>
          <a:p>
            <a:r>
              <a:t>Each stage increases automation, visibility, and resilience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1: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– Latency, errors, throughput</a:t>
            </a:r>
          </a:p>
          <a:p>
            <a:r>
              <a:t>Logs – Context for investigation</a:t>
            </a:r>
          </a:p>
          <a:p>
            <a:r>
              <a:t>Traces – End-to-end request visibility</a:t>
            </a:r>
          </a:p>
          <a:p>
            <a:r>
              <a:t>Tools: Prometheus, Grafana, OpenTelemetry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2: Resilience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for failure domains (zone, region, service)</a:t>
            </a:r>
          </a:p>
          <a:p>
            <a:r>
              <a:t>Automate graceful degradation and fallback paths</a:t>
            </a:r>
          </a:p>
          <a:p>
            <a:r>
              <a:t>Perform chaos drills quarterly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3: Incident Preparedness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On-call readiness and runbooks</a:t>
            </a:r>
          </a:p>
          <a:p>
            <a:r>
              <a:t>SEV-1 simulations and escalation tests</a:t>
            </a:r>
          </a:p>
          <a:p>
            <a:r>
              <a:t>Incident metrics: MTTA, MTTR, recurrence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4: Change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Pre-deployment validation and dependency checks</a:t>
            </a:r>
          </a:p>
          <a:p>
            <a:r>
              <a:t>Progressive rollouts (canary, blue/green)</a:t>
            </a:r>
          </a:p>
          <a:p>
            <a:r>
              <a:t>Automatic rollback triggers and synthetic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 5: Continuous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Postmortems feed back into automation</a:t>
            </a:r>
          </a:p>
          <a:p>
            <a:r>
              <a:t>Reduce toil via scripting and bots</a:t>
            </a:r>
          </a:p>
          <a:p>
            <a:r>
              <a:t>Target &lt;50% manual toil (Google SRE benchmark)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Reliability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SLO Compliance | % time within target</a:t>
            </a:r>
          </a:p>
          <a:p>
            <a:r>
              <a:t>Error Budget Burn | Operational risk exposure</a:t>
            </a:r>
          </a:p>
          <a:p>
            <a:r>
              <a:t>Change Failure Rate | Release stability</a:t>
            </a:r>
          </a:p>
          <a:p>
            <a:r>
              <a:t>MTTD / MTTR | Detection &amp; recovery speed</a:t>
            </a:r>
          </a:p>
          <a:p>
            <a:r>
              <a:t>Automation Coverage | Reduction in manual effort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Cross-Functional Collaboration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Management – Translate reliability to user impact</a:t>
            </a:r>
          </a:p>
          <a:p>
            <a:r>
              <a:t>Security – Align patching and compliance</a:t>
            </a:r>
          </a:p>
          <a:p>
            <a:r>
              <a:t>Finance – Optimize infra cost vs. reliability</a:t>
            </a:r>
          </a:p>
          <a:p>
            <a:r>
              <a:t>SRE/DevOps – Operational excellence enforcement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and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Blameless postmortems – Focus on systems, not people</a:t>
            </a:r>
          </a:p>
          <a:p>
            <a:r>
              <a:t>Empowered teams – Engineers make real-time decisions</a:t>
            </a:r>
          </a:p>
          <a:p>
            <a:r>
              <a:t>Learning culture – Every SEV becomes a lesson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Workflow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→ Acknowledge → Mitigate → Communicate → Resolve → Learn → Automate → Track</a:t>
            </a:r>
          </a:p>
          <a:p>
            <a:r>
              <a:t>A continuous cycle for reliability improvement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Maturity Progression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reactive firefighting to predictive, self-healing systems.</a:t>
            </a:r>
          </a:p>
          <a:p>
            <a:r>
              <a:t>Each step improves observability, automation, and accountability.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and Resilience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→ Detect → Respond → Automate → Validate → Improve</a:t>
            </a:r>
          </a:p>
          <a:p>
            <a:r>
              <a:t>Goal: reduce MTTR and human touchpoints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Ownership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Scenario: Latency spike in regional service</a:t>
            </a:r>
          </a:p>
          <a:p>
            <a:r>
              <a:t>- Detect: Alert triggers in Grafana</a:t>
            </a:r>
          </a:p>
          <a:p>
            <a:r>
              <a:t>- Triage: IC initiates bridge, identifies DB saturation</a:t>
            </a:r>
          </a:p>
          <a:p>
            <a:r>
              <a:t>- Mitigate: Failover to standby cluster</a:t>
            </a:r>
          </a:p>
          <a:p>
            <a:r>
              <a:t>- RCA: Query index regression</a:t>
            </a:r>
          </a:p>
          <a:p>
            <a:r>
              <a:t>- Fix: Automated query linting added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Dashboard View (Sample 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KPIs: MTTR trend, SEV count by type, SLO compliance, Error budget consumption</a:t>
            </a:r>
          </a:p>
          <a:p>
            <a:r>
              <a:t>Visualization via Grafana or Datadog dashboards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the Ownership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ownership boundaries per service</a:t>
            </a:r>
          </a:p>
          <a:p>
            <a:r>
              <a:t>2. Standardize observability stack</a:t>
            </a:r>
          </a:p>
          <a:p>
            <a:r>
              <a:t>3. Enforce postmortem SLAs</a:t>
            </a:r>
          </a:p>
          <a:p>
            <a:r>
              <a:t>4. Review incidents weekly</a:t>
            </a:r>
          </a:p>
          <a:p>
            <a:r>
              <a:t>5. Prioritize automation in roadmaps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excellence = engineering excellence</a:t>
            </a:r>
          </a:p>
          <a:p>
            <a:r>
              <a:t>Measure reliability like any product feature</a:t>
            </a:r>
          </a:p>
          <a:p>
            <a:r>
              <a:t>Enable transparency, learning, and accountability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ownership aligns technology, process, and culture.</a:t>
            </a:r>
          </a:p>
          <a:p>
            <a:r>
              <a:t>It ensures:</a:t>
            </a:r>
          </a:p>
          <a:p>
            <a:r>
              <a:t>- High availability and faster recovery</a:t>
            </a:r>
          </a:p>
          <a:p>
            <a:r>
              <a:t>- Continuous reliability improvement</a:t>
            </a:r>
          </a:p>
          <a:p>
            <a:r>
              <a:t>- Strong cross-team accountability</a:t>
            </a:r>
          </a:p>
          <a:p>
            <a:r>
              <a:t>- Sustainable cloud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