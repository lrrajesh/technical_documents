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Relationship Between BIOS, BMC, CPLD, and ACPI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Understanding Firmware and Hardware Coordination in Modern Server Architectures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These four components form the foundation of system management and control:</a:t>
            </a:r>
          </a:p>
          <a:p>
            <a:r>
              <a:t>• BIOS/UEFI – Boot and initialization firmware</a:t>
            </a:r>
          </a:p>
          <a:p>
            <a:r>
              <a:t>• BMC – Out-of-band management controller</a:t>
            </a:r>
          </a:p>
          <a:p>
            <a:r>
              <a:t>• CPLD – Hardware logic controller for power/reset sequencing</a:t>
            </a:r>
          </a:p>
          <a:p>
            <a:r>
              <a:t>• ACPI – Interface between BIOS and OS for power/thermal control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1774"/>
            <a:ext cx="8058150" cy="382589"/>
          </a:xfrm>
        </p:spPr>
        <p:txBody>
          <a:bodyPr>
            <a:normAutofit fontScale="90000"/>
          </a:bodyPr>
          <a:lstStyle/>
          <a:p>
            <a:r>
              <a:rPr dirty="0"/>
              <a:t>System Hierarchy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96926"/>
            <a:ext cx="8686800" cy="5829300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┌────────────────────────────┐</a:t>
            </a:r>
          </a:p>
          <a:p>
            <a:r>
              <a:rPr dirty="0"/>
              <a:t>│     Operating System       │</a:t>
            </a:r>
          </a:p>
          <a:p>
            <a:r>
              <a:rPr dirty="0"/>
              <a:t>│ (Linux / Windows / </a:t>
            </a:r>
            <a:r>
              <a:rPr dirty="0" err="1"/>
              <a:t>ESXi</a:t>
            </a:r>
            <a:r>
              <a:rPr dirty="0"/>
              <a:t>)   │</a:t>
            </a:r>
          </a:p>
          <a:p>
            <a:r>
              <a:rPr dirty="0"/>
              <a:t>└─────────────▲─────────────┘</a:t>
            </a:r>
          </a:p>
          <a:p>
            <a:r>
              <a:rPr dirty="0"/>
              <a:t>              │  ACPI Interface</a:t>
            </a:r>
          </a:p>
          <a:p>
            <a:r>
              <a:rPr dirty="0"/>
              <a:t>┌─────────────┴─────────────┐</a:t>
            </a:r>
          </a:p>
          <a:p>
            <a:r>
              <a:rPr dirty="0"/>
              <a:t>│          BIOS / UEFI       │</a:t>
            </a:r>
          </a:p>
          <a:p>
            <a:r>
              <a:rPr dirty="0"/>
              <a:t>│   Boot firmware &amp; ACPI     │</a:t>
            </a:r>
          </a:p>
          <a:p>
            <a:r>
              <a:rPr dirty="0"/>
              <a:t>└──────▲─────────┬──────────┘</a:t>
            </a:r>
          </a:p>
          <a:p>
            <a:r>
              <a:rPr dirty="0"/>
              <a:t>       │          │</a:t>
            </a:r>
          </a:p>
          <a:p>
            <a:r>
              <a:rPr dirty="0"/>
              <a:t>┌──────┴──────┐   ┌────────┴────────┐</a:t>
            </a:r>
          </a:p>
          <a:p>
            <a:r>
              <a:rPr dirty="0"/>
              <a:t>│     BMC      │   │      CPLD       │</a:t>
            </a:r>
          </a:p>
          <a:p>
            <a:r>
              <a:rPr dirty="0"/>
              <a:t>│</a:t>
            </a:r>
            <a:r>
              <a:rPr dirty="0" err="1"/>
              <a:t>Mgmt</a:t>
            </a:r>
            <a:r>
              <a:rPr dirty="0"/>
              <a:t> Ctrl     │   │Logic Controller │</a:t>
            </a:r>
          </a:p>
          <a:p>
            <a:r>
              <a:rPr dirty="0"/>
              <a:t>└──────────────┘   └────────────────┘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BIOS/UEFI: Initializes hardware, loads OS, exposes ACPI tables.</a:t>
            </a:r>
          </a:p>
          <a:p>
            <a:r>
              <a:t>• BMC: Provides remote monitoring, power control, and telemetry.</a:t>
            </a:r>
          </a:p>
          <a:p>
            <a:r>
              <a:t>• CPLD: Handles board-level sequencing, resets, fans, and GPIOs.</a:t>
            </a:r>
          </a:p>
          <a:p>
            <a:r>
              <a:t>• ACPI: OS interface for power and thermal management defined by BIOS.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BIOS and BMC Interaction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BIOS reports system state and health to BMC during boot.</a:t>
            </a:r>
          </a:p>
          <a:p>
            <a:r>
              <a:t>• BMC can initiate BIOS updates and track POST progress.</a:t>
            </a:r>
          </a:p>
          <a:p>
            <a:r>
              <a:t>• BMC provides BIOS with telemetry data like fan speed and temperature.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BMC and CPLD Interaction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BMC issues power and reset commands via CPLD.</a:t>
            </a:r>
          </a:p>
          <a:p>
            <a:r>
              <a:t>• CPLD handles voltage rail sequencing and board-level safety logic.</a:t>
            </a:r>
          </a:p>
          <a:p>
            <a:r>
              <a:t>• BMC depends on CPLD signals to confirm stable board power before BIOS boots.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BIOS and CPLD Interaction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BIOS queries CPLD registers during POST for board health and status.</a:t>
            </a:r>
          </a:p>
          <a:p>
            <a:r>
              <a:t>• CPLD communicates voltage, reset, and board revision data.</a:t>
            </a:r>
          </a:p>
          <a:p>
            <a:r>
              <a:t>• BIOS relies on CPLD for proper hardware initialization timing.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BIOS and ACPI Interaction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BIOS generates ACPI tables (DSDT/SSDT/FADT) for the OS.</a:t>
            </a:r>
          </a:p>
          <a:p>
            <a:r>
              <a:t>• ACPI methods define power states (S0–S5), sleep/wake, and fan controls.</a:t>
            </a:r>
          </a:p>
          <a:p>
            <a:r>
              <a:t>• OS relies on ACPI to control hardware power and thermal behavior.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Indirect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BMC ↔ ACPI: Indirect; BMC manages sensors whose data ACPI exposes.</a:t>
            </a:r>
          </a:p>
          <a:p>
            <a:r>
              <a:t>• CPLD ↔ ACPI: Indirect; CPLD enforces physical state transitions that ACPI triggers logically.</a:t>
            </a:r>
          </a:p>
          <a:p>
            <a:r>
              <a:t>• BIOS ↔ BMC ↔ CPLD: Continuous coordination during boot and runtime.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Power-On Sequence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BMC powers up first and checks PSU health.</a:t>
            </a:r>
          </a:p>
          <a:p>
            <a:r>
              <a:t>2. BMC signals CPLD to enable power rails.</a:t>
            </a:r>
          </a:p>
          <a:p>
            <a:r>
              <a:t>3. CPLD sequences voltage and reset logic.</a:t>
            </a:r>
          </a:p>
          <a:p>
            <a:r>
              <a:t>4. BIOS starts execution once CPLD signals power good.</a:t>
            </a:r>
          </a:p>
          <a:p>
            <a:r>
              <a:t>5. BIOS initializes devices and builds ACPI tables.</a:t>
            </a:r>
          </a:p>
          <a:p>
            <a:r>
              <a:t>6. OS loads and uses ACPI to manage power and thermal events.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Firmware Update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Typical update order:</a:t>
            </a:r>
          </a:p>
          <a:p>
            <a:r>
              <a:t>1. BMC → 2. CPLD → 3. BIOS (includes ACPI)</a:t>
            </a:r>
          </a:p>
          <a:p>
            <a:r>
              <a:t>• Ensures lower-level controllers are stable first.</a:t>
            </a:r>
          </a:p>
          <a:p>
            <a:r>
              <a:t>• Prevents timing or dependency mismatches between components.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Server as a car:</a:t>
            </a:r>
          </a:p>
          <a:p>
            <a:r>
              <a:t>• CPLD = electrical relay and ignition logic.</a:t>
            </a:r>
          </a:p>
          <a:p>
            <a:r>
              <a:t>• BMC = remote diagnostics and control system.</a:t>
            </a:r>
          </a:p>
          <a:p>
            <a:r>
              <a:t>• BIOS = engine control unit that starts and configures the system.</a:t>
            </a:r>
          </a:p>
          <a:p>
            <a:r>
              <a:t>• ACPI = the dashboard and controls through which the driver (OS) interacts.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Firmware Control Relationship:</a:t>
            </a:r>
          </a:p>
          <a:p>
            <a:r>
              <a:t>BIOS ↔ BMC ↔ CPLD form the foundation of system control.</a:t>
            </a:r>
          </a:p>
          <a:p>
            <a:r>
              <a:t>ACPI is the software-visible interface bridging BIOS and OS.</a:t>
            </a:r>
          </a:p>
          <a:p>
            <a:endParaRPr/>
          </a:p>
          <a:p>
            <a:r>
              <a:t>Update dependency: BMC → CPLD → BIOS → ACPI.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603</Words>
  <Application>Microsoft Office PowerPoint</Application>
  <PresentationFormat>On-screen Show (4:3)</PresentationFormat>
  <Paragraphs>72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Relationship Between BIOS, BMC, CPLD, and ACPI</vt:lpstr>
      <vt:lpstr>Overview</vt:lpstr>
      <vt:lpstr>System Hierarchy</vt:lpstr>
      <vt:lpstr>Component Roles</vt:lpstr>
      <vt:lpstr>BIOS and BMC Interaction</vt:lpstr>
      <vt:lpstr>BMC and CPLD Interaction</vt:lpstr>
      <vt:lpstr>BIOS and CPLD Interaction</vt:lpstr>
      <vt:lpstr>BIOS and ACPI Interaction</vt:lpstr>
      <vt:lpstr>Indirect Relationships</vt:lpstr>
      <vt:lpstr>Power-On Sequence Example</vt:lpstr>
      <vt:lpstr>Firmware Update Dependencies</vt:lpstr>
      <vt:lpstr>Analogy</vt:lpstr>
      <vt:lpstr>Summary Diagram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Relationship Between BIOS, BMC, CPLD, and ACPI</dc:title>
  <dc:subject/>
  <dc:creator/>
  <cp:keywords/>
  <dc:description>generated using python-pptx</dc:description>
  <cp:lastModifiedBy>rajesh narayanan</cp:lastModifiedBy>
  <cp:revision>2</cp:revision>
  <dcterms:created xsi:type="dcterms:W3CDTF">2013-01-27T09:14:16Z</dcterms:created>
  <dcterms:modified xsi:type="dcterms:W3CDTF">2025-10-22T04:19:32Z</dcterms:modified>
  <cp:category/>
</cp:coreProperties>
</file>