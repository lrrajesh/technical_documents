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iPerf vs MLPerf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Comparing Network and Machine Learning Benchmarks</a:t>
            </a:r>
          </a:p>
          <a:p>
            <a:r>
              <a:t>By Rajesh Narayanan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iPerf: Measures network throughput, latency, and jitter.</a:t>
            </a:r>
          </a:p>
          <a:p>
            <a:r>
              <a:t>MLPerf: Benchmarks machine learning training and inference performance.</a:t>
            </a:r>
          </a:p>
          <a:p/>
          <a:p>
            <a:r>
              <a:t>Different focus areas, both critical for system performance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 → Networking tool used for bandwidth and latency testing.</a:t>
            </a:r>
          </a:p>
          <a:p>
            <a:r>
              <a:t>MLPerf → AI benchmarking suite evaluating ML hardware and software performance.</a:t>
            </a:r>
          </a:p>
          <a:p/>
          <a:p>
            <a:r>
              <a:t>Creators:</a:t>
            </a:r>
          </a:p>
          <a:p>
            <a:r>
              <a:t>- iPerf: NLANR / ESnet</a:t>
            </a:r>
          </a:p>
          <a:p>
            <a:r>
              <a:t>- MLPerf: MLCommons (Google, NVIDIA, Intel, Meta,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iPerf:</a:t>
            </a:r>
          </a:p>
          <a:p>
            <a:r>
              <a:t>- Measures data transfer rate between two endpoints</a:t>
            </a:r>
          </a:p>
          <a:p>
            <a:r>
              <a:t>- Tests TCP/UDP performance</a:t>
            </a:r>
          </a:p>
          <a:p/>
          <a:p>
            <a:r>
              <a:t>MLPerf:</a:t>
            </a:r>
          </a:p>
          <a:p>
            <a:r>
              <a:t>- Measures ML training speed, inference latency, power efficiency</a:t>
            </a:r>
          </a:p>
          <a:p>
            <a:r>
              <a:t>- Evaluates hardware (GPU, TPU, CPU) and frameworks (PyTorch, TensorFlow)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 Example:</a:t>
            </a:r>
          </a:p>
          <a:p>
            <a:r>
              <a:t>`iperf3 -c server_ip -p 5201 -t 60`</a:t>
            </a:r>
          </a:p>
          <a:p>
            <a:r>
              <a:t>→ Measures network bandwidth and jitter.</a:t>
            </a:r>
          </a:p>
          <a:p/>
          <a:p>
            <a:r>
              <a:t>MLPerf Example:</a:t>
            </a:r>
          </a:p>
          <a:p>
            <a:r>
              <a:t>`mlperf_run benchmark=bert hardware=nvidia-h100 config=default`</a:t>
            </a:r>
          </a:p>
          <a:p>
            <a:r>
              <a:t>→ Runs BERT benchmark on NVIDIA GPU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iPerf:</a:t>
            </a:r>
          </a:p>
          <a:p>
            <a:r>
              <a:t>- Synthetic benchmark (simulated network traffic)</a:t>
            </a:r>
          </a:p>
          <a:p>
            <a:r>
              <a:t>- Tests transport layer (TCP/UDP)</a:t>
            </a:r>
          </a:p>
          <a:p/>
          <a:p>
            <a:r>
              <a:t>MLPerf:</a:t>
            </a:r>
          </a:p>
          <a:p>
            <a:r>
              <a:t>- Application-level benchmark (real workloads)</a:t>
            </a:r>
          </a:p>
          <a:p>
            <a:r>
              <a:t>- Tests compute, memory, and ML software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 Example Output:</a:t>
            </a:r>
          </a:p>
          <a:p>
            <a:r>
              <a:t>[ ID] Interval   Transfer   Bandwidth</a:t>
            </a:r>
          </a:p>
          <a:p>
            <a:r>
              <a:t>[ 5] 0.00-10.00 sec 11.5 GBytes  9.90 Gbits/sec</a:t>
            </a:r>
          </a:p>
          <a:p/>
          <a:p>
            <a:r>
              <a:t>MLPerf Example Output:</a:t>
            </a:r>
          </a:p>
          <a:p>
            <a:r>
              <a:t>Benchmark: BERT</a:t>
            </a:r>
          </a:p>
          <a:p>
            <a:r>
              <a:t>Hardware: NVIDIA H100</a:t>
            </a:r>
          </a:p>
          <a:p>
            <a:r>
              <a:t>Time-to-train: 21.6 min</a:t>
            </a:r>
          </a:p>
          <a:p>
            <a:r>
              <a:t>Throughput: 13,200 samples/sec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 → Network performance (bandwidth, jitter, packet loss)</a:t>
            </a:r>
          </a:p>
          <a:p>
            <a:r>
              <a:t>MLPerf → ML model performance (training speed, inference latency)</a:t>
            </a:r>
          </a:p>
          <a:p/>
          <a:p>
            <a:r>
              <a:t>iPerf is simple and fast; MLPerf is complex, covering end-to-end ML workloads.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distributed AI systems, iPerf is used first to ensure stable, high-bandwidth connections.</a:t>
            </a:r>
          </a:p>
          <a:p>
            <a:r>
              <a:t>Network bottlenecks found by iPerf can impact MLPerf training benchmarks.</a:t>
            </a:r>
          </a:p>
          <a:p/>
          <a:p>
            <a:r>
              <a:t>They complement each other in performance validation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iPerf validates the **network fabric**.</a:t>
            </a:r>
          </a:p>
          <a:p>
            <a:r>
              <a:t>MLPerf validates the **ML compute infrastructure**.</a:t>
            </a:r>
          </a:p>
          <a:p>
            <a:r>
              <a:t>Together, they ensure high performance for large-scale distributed ML and HPC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