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BMC Firmware Update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Reliable and Secure Management Controller Updates for Enterprise Servers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Baseboard Management Controller (BMC) enables remote, out-of-band management.</a:t>
            </a:r>
          </a:p>
          <a:p>
            <a:r>
              <a:t>• Updates deliver security fixes, new features, and improved stability.</a:t>
            </a:r>
          </a:p>
          <a:p>
            <a:r>
              <a:t>• Improper updates can disrupt remote access — redundancy and validation are critical.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current and target BMC firmware versions.</a:t>
            </a:r>
          </a:p>
          <a:p>
            <a:r>
              <a:t>• Verify compatibility with BIOS and CPLD versions.</a:t>
            </a:r>
          </a:p>
          <a:p>
            <a:r>
              <a:t>• Ensure stable power and network connectivity.</a:t>
            </a:r>
          </a:p>
          <a:p>
            <a:r>
              <a:t>• Backup configuration: user accounts, network settings, SSL certs, and alert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Obtain and Verify Firmware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Download firmware image from OEM site.</a:t>
            </a:r>
          </a:p>
          <a:p>
            <a:r>
              <a:t>• Validate checksum (SHA-256) and digital signature.</a:t>
            </a:r>
          </a:p>
          <a:p>
            <a:r>
              <a:t>• Match firmware to board revision and BMC type (AST2600/AST2500).</a:t>
            </a:r>
          </a:p>
          <a:p>
            <a:r>
              <a:t>• Check BIOS/BMC dependency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Choose Update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Out-of-Band (Recommended):</a:t>
            </a:r>
          </a:p>
          <a:p>
            <a:r>
              <a:t>- Dell iDRAC, HPE iLO, Lenovo XClarity, Supermicro BMC, Cisco CIMC.</a:t>
            </a:r>
          </a:p>
          <a:p>
            <a:r>
              <a:t>- Use web UI, Redfish API, or CLI for upload.</a:t>
            </a:r>
          </a:p>
          <a:p/>
          <a:p>
            <a:r>
              <a:t>In-Band:</a:t>
            </a:r>
          </a:p>
          <a:p>
            <a:r>
              <a:t>- Execute via OS using vendor utilities (fwupd, dcu-cli, hpsum, SUM).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Flashing the Firmware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BMC enters update mode.</a:t>
            </a:r>
          </a:p>
          <a:p>
            <a:r>
              <a:t>• New image written to SPI/NOR flash in chunks.</a:t>
            </a:r>
          </a:p>
          <a:p>
            <a:r>
              <a:t>• CRC and signature validated before commit.</a:t>
            </a:r>
          </a:p>
          <a:p>
            <a:r>
              <a:t>• Dual flash banks ensure rollback safety.</a:t>
            </a:r>
          </a:p>
          <a:p>
            <a:r>
              <a:t>• Logs captured in SEL and vendor update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Activation &amp; Reboot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BMC restarts independently (no host reboot).</a:t>
            </a:r>
          </a:p>
          <a:p>
            <a:r>
              <a:t>• Services (IPMI, Redfish, SSH) restart automatically.</a:t>
            </a:r>
          </a:p>
          <a:p>
            <a:r>
              <a:t>• Sensors reload and firmware version committed.</a:t>
            </a:r>
          </a:p>
          <a:p>
            <a:r>
              <a:t>• Temporary console outage (~2–3 minutes).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– Post-Update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Verify version via web UI, ipmitool, or Redfish.</a:t>
            </a:r>
          </a:p>
          <a:p>
            <a:r>
              <a:t>• Confirm sensors, power control, and event logging.</a:t>
            </a:r>
          </a:p>
          <a:p>
            <a:r>
              <a:t>• Validate remote KVM and alerting functions.</a:t>
            </a:r>
          </a:p>
          <a:p>
            <a:r>
              <a:t>• Re-enable monitoring integrations.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 &amp;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Dual-image architecture enables rollback.</a:t>
            </a:r>
          </a:p>
          <a:p>
            <a:r>
              <a:t>• Automatic fallback if verification fails.</a:t>
            </a:r>
          </a:p>
          <a:p>
            <a:r>
              <a:t>• Manual recovery via USB stick, serial console, or jumper (Force Update Mode).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in Data Centers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tools: Dell OME, HPE OneView, Lenovo XClarity, Supermicro SUM, Cisco Intersight.</a:t>
            </a:r>
          </a:p>
          <a:p>
            <a:r>
              <a:t>• Use Ansible Redfish modules for scripting.</a:t>
            </a:r>
          </a:p>
          <a:p>
            <a:r>
              <a:t>• Employ canary updates and staged rollout.</a:t>
            </a:r>
          </a:p>
          <a:p>
            <a:r>
              <a:t>• Rollback and health validation after update.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Update BIOS and BMC in coordinated order.</a:t>
            </a:r>
          </a:p>
          <a:p>
            <a:r>
              <a:t>• Use redundant network links for remote updates.</a:t>
            </a:r>
          </a:p>
          <a:p>
            <a:r>
              <a:t>• Maintain version logs and recovery media.</a:t>
            </a:r>
          </a:p>
          <a:p>
            <a:r>
              <a:t>• Automate using Redfish/Ansible APIs.</a:t>
            </a:r>
          </a:p>
          <a:p>
            <a:r>
              <a:t>• Schedule during maintenance windows.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Dell – iDRAC, OME, RACADM, Redfish</a:t>
            </a:r>
          </a:p>
          <a:p>
            <a:r>
              <a:t>HPE – iLO, OneView, Amplifier Pack</a:t>
            </a:r>
          </a:p>
          <a:p>
            <a:r>
              <a:t>Lenovo – XClarity, XCC</a:t>
            </a:r>
          </a:p>
          <a:p>
            <a:r>
              <a:t>Supermicro – SUM, IPMItool, SuperDoctor</a:t>
            </a:r>
          </a:p>
          <a:p>
            <a:r>
              <a:t>Cisco – CIMC, UCS Manager, Intersight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BMC Update Flow:</a:t>
            </a:r>
          </a:p>
          <a:p>
            <a:r>
              <a:t>Preparation → Verify → Upload → Flash → Reboot → Validate → Monitor</a:t>
            </a:r>
          </a:p>
          <a:p>
            <a:r>
              <a:t>Include rollback and automation paths visually.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