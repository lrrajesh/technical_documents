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BIOS Update and Failure Scenarios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overview including process, risks, failures, and diagram.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BIOS Updates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Rewrites firmware in flash memory.</a:t>
            </a:r>
          </a:p>
          <a:p>
            <a:pPr>
              <a:defRPr sz="1800"/>
            </a:pPr>
            <a:r>
              <a:t>Includes boot firmware, ACPI tables, microcode patches, and platform-specific code.</a:t>
            </a:r>
          </a:p>
          <a:p>
            <a:pPr>
              <a:defRPr sz="1800"/>
            </a:pPr>
            <a:r>
              <a:t>Steps: Run update tool → Verify image → Flash firmware → Reboot &amp; POST.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Reasons for BIOS Updates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Support for new CPUs, GPUs, and memory modules.</a:t>
            </a:r>
          </a:p>
          <a:p>
            <a:pPr>
              <a:defRPr sz="1800"/>
            </a:pPr>
            <a:r>
              <a:t>Fix ACPI table and power state issues.</a:t>
            </a:r>
          </a:p>
          <a:p>
            <a:pPr>
              <a:defRPr sz="1800"/>
            </a:pPr>
            <a:r>
              <a:t>Improve stability and OS compatibility.</a:t>
            </a:r>
          </a:p>
          <a:p>
            <a:pPr>
              <a:defRPr sz="1800"/>
            </a:pPr>
            <a:r>
              <a:t>Patch security vulnerabilities.</a:t>
            </a:r>
          </a:p>
          <a:p>
            <a:pPr>
              <a:defRPr sz="1800"/>
            </a:pPr>
            <a:r>
              <a:t>Optimize power and thermal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Failure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Flashing failures: power loss, wrong image, buggy update tool.</a:t>
            </a:r>
          </a:p>
          <a:p>
            <a:pPr>
              <a:defRPr sz="1800"/>
            </a:pPr>
            <a:r>
              <a:t>Post-update failures: ACPI mismatch, driver issues, hardware instability.</a:t>
            </a:r>
          </a:p>
          <a:p>
            <a:pPr>
              <a:defRPr sz="1800"/>
            </a:pPr>
            <a:r>
              <a:t>Changed power/thermal settings causing sleep/hibernate issues.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Older systems without recovery features.</a:t>
            </a:r>
          </a:p>
          <a:p>
            <a:pPr>
              <a:defRPr sz="1800"/>
            </a:pPr>
            <a:r>
              <a:t>Laptops with tightly integrated firmware.</a:t>
            </a:r>
          </a:p>
          <a:p>
            <a:pPr>
              <a:defRPr sz="1800"/>
            </a:pPr>
            <a:r>
              <a:t>Complex server stacks (BIOS + BMC + CPLD).</a:t>
            </a:r>
          </a:p>
          <a:p>
            <a:pPr>
              <a:defRPr sz="1800"/>
            </a:pPr>
            <a:r>
              <a:t>Overclocked or modified hardware.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Mitigation &amp;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Backup firmware and ensure stable power.</a:t>
            </a:r>
          </a:p>
          <a:p>
            <a:pPr>
              <a:defRPr sz="1800"/>
            </a:pPr>
            <a:r>
              <a:t>Update related components (Intel ME, BMC).</a:t>
            </a:r>
          </a:p>
          <a:p>
            <a:pPr>
              <a:defRPr sz="1800"/>
            </a:pPr>
            <a:r>
              <a:t>Check release notes for ACPI or microcode changes.</a:t>
            </a:r>
          </a:p>
          <a:p>
            <a:pPr>
              <a:defRPr sz="1800"/>
            </a:pPr>
            <a:r>
              <a:t>Recovery: Dual BIOS, recovery mode, SPI programmer, or vendor RMA.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ACPI-Specific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Boot failure due to missing/malformed ACPI tables.</a:t>
            </a:r>
          </a:p>
          <a:p>
            <a:pPr>
              <a:defRPr sz="1800"/>
            </a:pPr>
            <a:r>
              <a:t>Broken CPU scaling, battery reporting, or thermal control.</a:t>
            </a:r>
          </a:p>
          <a:p>
            <a:pPr>
              <a:defRPr sz="1800"/>
            </a:pPr>
            <a:r>
              <a:t>Virtualization failures due to corrupted IOMMU/IVRS tables.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Table: Failures and Symptoms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9188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Issue Type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Example Symptom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Flashing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Power loss during 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System won’t POST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Flashing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Wrong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Bricked system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Post-update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ACPI table mismatch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OS won’t boot or ACPI error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Post-update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Driver incompatibility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Devices missing or malfunctioning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Post-update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Microcode incompatibility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Reboots or performance issues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Post-update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Changed power/thermal 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Sleep/hibernate fails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IOS_Update_Flow_with_Fail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