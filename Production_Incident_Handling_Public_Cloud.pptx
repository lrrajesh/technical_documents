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Incident Handling in a Public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reliability and rapid recovery across large-scale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Structured response to outages and service degradations</a:t>
            </a:r>
          </a:p>
          <a:p>
            <a:r>
              <a:t>Goals:</a:t>
            </a:r>
          </a:p>
          <a:p>
            <a:r>
              <a:t>- Rapid restoration of service</a:t>
            </a:r>
          </a:p>
          <a:p>
            <a:r>
              <a:t>- Minimize customer impact</a:t>
            </a:r>
          </a:p>
          <a:p>
            <a:r>
              <a:t>- Identify and eliminate root causes</a:t>
            </a:r>
          </a:p>
          <a:p>
            <a:r>
              <a:t>- Prevent recurrence through automation and process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Lifecycle — Overview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Detection → Triage → Mitigation → Communication → Resolution → Postmortem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Automated monitoring (metrics, logs, probes)</a:t>
            </a:r>
          </a:p>
          <a:p>
            <a:r>
              <a:t>- Synthetic transactions and customer feedback</a:t>
            </a:r>
          </a:p>
          <a:p>
            <a:r>
              <a:t>- Alerting tools: Prometheus, Grafana, CloudWatch</a:t>
            </a:r>
          </a:p>
          <a:p>
            <a:r>
              <a:t>- MTTD: Mean Time to Detect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Assess Severity (SEV)</a:t>
            </a:r>
          </a:p>
          <a:p>
            <a:r>
              <a:t>- Identify blast radius</a:t>
            </a:r>
          </a:p>
          <a:p>
            <a:r>
              <a:t>- Establish Incident Bridge and assign roles:</a:t>
            </a:r>
          </a:p>
          <a:p>
            <a:r>
              <a:t>  - Incident Commander (IC)</a:t>
            </a:r>
          </a:p>
          <a:p>
            <a:r>
              <a:t>  - Technical Lead</a:t>
            </a:r>
          </a:p>
          <a:p>
            <a:r>
              <a:t>  - Comms Lead</a:t>
            </a:r>
          </a:p>
          <a:p>
            <a:r>
              <a:t>  - Scribe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Contain first, fix later</a:t>
            </a:r>
          </a:p>
          <a:p>
            <a:r>
              <a:t>- Rollback, failover, traffic redirection</a:t>
            </a:r>
          </a:p>
          <a:p>
            <a:r>
              <a:t>- Engage on-call dependencies (network, DB, storage)</a:t>
            </a:r>
          </a:p>
          <a:p>
            <a:r>
              <a:t>- Log all mitigation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Internal updates every 15–30 mins for SEV-1</a:t>
            </a:r>
          </a:p>
          <a:p>
            <a:r>
              <a:t>- External updates via status pages</a:t>
            </a:r>
          </a:p>
          <a:p>
            <a:r>
              <a:t>- Use concise structure: Impact → Scope → Mitigation → ETA</a:t>
            </a:r>
          </a:p>
          <a:p>
            <a:r>
              <a:t>- Tools: Slack, PagerDuty, OpsGenie, Statuspage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Verify stability and recovery</a:t>
            </a:r>
          </a:p>
          <a:p>
            <a:r>
              <a:t>- Monitor post-resolution</a:t>
            </a:r>
          </a:p>
          <a:p>
            <a:r>
              <a:t>- Document closure in Jira or incident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Post-Incident Review (PIR)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Reconstruct timeline</a:t>
            </a:r>
          </a:p>
          <a:p>
            <a:r>
              <a:t>- Root Cause Analysis (RCA)</a:t>
            </a:r>
          </a:p>
          <a:p>
            <a:r>
              <a:t>- Define Corrective Actions (CAs)</a:t>
            </a:r>
          </a:p>
          <a:p>
            <a:r>
              <a:t>- Document lessons learned in Confluence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Compute Region Outage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| Action | Tools</a:t>
            </a:r>
          </a:p>
          <a:p>
            <a:r>
              <a:t>Detection | Latency spikes detected | Prometheus, Grafana</a:t>
            </a:r>
          </a:p>
          <a:p>
            <a:r>
              <a:t>Triage | Declare SEV-1 | PagerDuty</a:t>
            </a:r>
          </a:p>
          <a:p>
            <a:r>
              <a:t>Mitigation | Failover to secondary region | Load balancer, DNS</a:t>
            </a:r>
          </a:p>
          <a:p>
            <a:r>
              <a:t>Communication | Update status page | Statuspage.io</a:t>
            </a:r>
          </a:p>
          <a:p>
            <a:r>
              <a:t>Resolution | RCA: faulty firmware | CI/CD logs</a:t>
            </a:r>
          </a:p>
          <a:p>
            <a:r>
              <a:t>Postmortem | Improve rollout process | Jira, Confluence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Blast radius control: regional rollouts &amp; canaries</a:t>
            </a:r>
          </a:p>
          <a:p>
            <a:r>
              <a:t>- Immutable infrastructure: redeploy, not patch</a:t>
            </a:r>
          </a:p>
          <a:p>
            <a:r>
              <a:t>- Automated rollback: scripted reversions</a:t>
            </a:r>
          </a:p>
          <a:p>
            <a:r>
              <a:t>- Separate control/data planes</a:t>
            </a:r>
          </a:p>
          <a:p>
            <a:r>
              <a:t>- Error budgets &amp; SLOs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 | Definition</a:t>
            </a:r>
          </a:p>
          <a:p>
            <a:r>
              <a:t>MTTD | Mean Time to Detect</a:t>
            </a:r>
          </a:p>
          <a:p>
            <a:r>
              <a:t>MTTA | Mean Time to Acknowledge</a:t>
            </a:r>
          </a:p>
          <a:p>
            <a:r>
              <a:t>MTTR | Mean Time to Resolve</a:t>
            </a:r>
          </a:p>
          <a:p>
            <a:r>
              <a:t>Incident Count by SEV | Reliability trend</a:t>
            </a:r>
          </a:p>
          <a:p>
            <a:r>
              <a:t>PIR Completion Rate | Process adherence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SEV-1 Roles and Command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Incident Commander: directs response</a:t>
            </a:r>
          </a:p>
          <a:p>
            <a:r>
              <a:t>- Service Owner/SRE: mitigates issue</a:t>
            </a:r>
          </a:p>
          <a:p>
            <a:r>
              <a:t>- Comms Lead: stakeholder updates</a:t>
            </a:r>
          </a:p>
          <a:p>
            <a:r>
              <a:t>- Business Rep: customer 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Post-Incident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Blameless retrospectives</a:t>
            </a:r>
          </a:p>
          <a:p>
            <a:r>
              <a:t>- Automate frequent mitigations</a:t>
            </a:r>
          </a:p>
          <a:p>
            <a:r>
              <a:t>- Trend analysis for recurring patterns</a:t>
            </a:r>
          </a:p>
          <a:p>
            <a:r>
              <a:t>- Drive reliability through continuous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Reliability Through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- Respond fast, communicate clearly, and automate learnings</a:t>
            </a:r>
          </a:p>
          <a:p>
            <a:r>
              <a:t>- Build resilience through process, not just technology</a:t>
            </a:r>
          </a:p>
          <a:p>
            <a:r>
              <a:t>- Foster a culture of ownership and continuous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