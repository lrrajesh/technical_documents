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Filesystems SW Eng. Manager Interview Prep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Talking Points and STAR Stories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Global scale: billions of devices depend on filesystem</a:t>
            </a:r>
          </a:p>
          <a:p>
            <a:pPr>
              <a:defRPr sz="1800"/>
            </a:pPr>
            <a:r>
              <a:t>Excited to work on APFS &amp; core storage technologies</a:t>
            </a:r>
          </a:p>
          <a:p>
            <a:pPr>
              <a:defRPr sz="1800"/>
            </a:pPr>
            <a:r>
              <a:t>Value Apple’s iterative approach to critical infrastructure</a:t>
            </a:r>
          </a:p>
          <a:p>
            <a:pPr>
              <a:defRPr sz="1800"/>
            </a:pPr>
            <a:r>
              <a:t>Bring experience leading teams delivering complex system software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STAR: Leading Through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Situation: Intel HPC telemetry ingesting 1PB+ data every few minutes</a:t>
            </a:r>
          </a:p>
          <a:p>
            <a:pPr>
              <a:defRPr sz="1800"/>
            </a:pPr>
            <a:r>
              <a:t>Task: Stabilize &amp; enable real-time analytics</a:t>
            </a:r>
          </a:p>
          <a:p>
            <a:pPr>
              <a:defRPr sz="1800"/>
            </a:pPr>
            <a:r>
              <a:t>Action: Built strong team, re-architected pipeline (Kafka, partitions)</a:t>
            </a:r>
          </a:p>
          <a:p>
            <a:pPr>
              <a:defRPr sz="1800"/>
            </a:pPr>
            <a:r>
              <a:t>Result: Handled 1T events/day with 99.99%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STAR: Cross-Functional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Situation: Integrated Jupyter with Kubernetes GPU cluster</a:t>
            </a:r>
          </a:p>
          <a:p>
            <a:pPr>
              <a:defRPr sz="1800"/>
            </a:pPr>
            <a:r>
              <a:t>Task: Deliver service in 6 months across many teams</a:t>
            </a:r>
          </a:p>
          <a:p>
            <a:pPr>
              <a:defRPr sz="1800"/>
            </a:pPr>
            <a:r>
              <a:t>Action: Weekly cross-org design reviews &amp; dependency tracking</a:t>
            </a:r>
          </a:p>
          <a:p>
            <a:pPr>
              <a:defRPr sz="1800"/>
            </a:pPr>
            <a:r>
              <a:t>Result: Launched for 25K+ users on time, strong telemetry &amp; isolation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STAR: Handling Critical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Situation: Firmware update caused telemetry crashes</a:t>
            </a:r>
          </a:p>
          <a:p>
            <a:pPr>
              <a:defRPr sz="1800"/>
            </a:pPr>
            <a:r>
              <a:t>Task: Fix urgently &amp; stabilize system</a:t>
            </a:r>
          </a:p>
          <a:p>
            <a:pPr>
              <a:defRPr sz="1800"/>
            </a:pPr>
            <a:r>
              <a:t>Action: Formed tiger team, reproduced bug, coordinated vendor fix</a:t>
            </a:r>
          </a:p>
          <a:p>
            <a:pPr>
              <a:defRPr sz="1800"/>
            </a:pPr>
            <a:r>
              <a:t>Result: Restored stability in days, added watchdog for resilience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STAR: Hiring &amp; Developing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Grew team from 2 to 12 for HPC control-plane project</a:t>
            </a:r>
          </a:p>
          <a:p>
            <a:pPr>
              <a:defRPr sz="1800"/>
            </a:pPr>
            <a:r>
              <a:t>Recruited senior engineers &amp; top college hires</a:t>
            </a:r>
          </a:p>
          <a:p>
            <a:pPr>
              <a:defRPr sz="1800"/>
            </a:pPr>
            <a:r>
              <a:t>Structured onboarding &amp; mentorship program</a:t>
            </a:r>
          </a:p>
          <a:p>
            <a:pPr>
              <a:defRPr sz="1800"/>
            </a:pPr>
            <a:r>
              <a:t>Delivered on time, retained most hires long-term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Technical: APFS &amp; FS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Copy-on-Write: write to new blocks, enables snapshots, avoids partial updates</a:t>
            </a:r>
          </a:p>
          <a:p>
            <a:pPr>
              <a:defRPr sz="1800"/>
            </a:pPr>
            <a:r>
              <a:t>Crash-consistency: journaling vs log-structured updates</a:t>
            </a:r>
          </a:p>
          <a:p>
            <a:pPr>
              <a:defRPr sz="1800"/>
            </a:pPr>
            <a:r>
              <a:t>Trade-offs: write amplification, fragmentation</a:t>
            </a:r>
          </a:p>
          <a:p>
            <a:pPr>
              <a:defRPr sz="1800"/>
            </a:pPr>
            <a:r>
              <a:t>Kernel &amp; storage concepts: buffer/page cache, schedulers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Technical: Debugging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Check FS logs, driver versions, hardware batches</a:t>
            </a:r>
          </a:p>
          <a:p>
            <a:pPr>
              <a:defRPr sz="1800"/>
            </a:pPr>
            <a:r>
              <a:t>Use tools: fsck, verifier, tracepoints, stress tests</a:t>
            </a:r>
          </a:p>
          <a:p>
            <a:pPr>
              <a:defRPr sz="1800"/>
            </a:pPr>
            <a:r>
              <a:t>Implement regression tests &amp; telemetry for early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Design: Extending APFS for New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Adapt allocator &amp; I/O path for low-latency persistent memory</a:t>
            </a:r>
          </a:p>
          <a:p>
            <a:pPr>
              <a:defRPr sz="1800"/>
            </a:pPr>
            <a:r>
              <a:t>Revisit journaling &amp; copy-on-write policies</a:t>
            </a:r>
          </a:p>
          <a:p>
            <a:pPr>
              <a:defRPr sz="1800"/>
            </a:pPr>
            <a:r>
              <a:t>Ensure atomicity &amp; crash-consistency</a:t>
            </a:r>
          </a:p>
          <a:p>
            <a:pPr>
              <a:defRPr sz="1800"/>
            </a:pPr>
            <a:r>
              <a:t>Benchmark &amp; adjust metadata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Look for OS fundamentals, data-driven decisions, collaboration</a:t>
            </a:r>
          </a:p>
          <a:p>
            <a:pPr>
              <a:defRPr sz="1800"/>
            </a:pPr>
            <a:r>
              <a:t>Use practical design/debugging scenarios in interviews</a:t>
            </a:r>
          </a:p>
          <a:p>
            <a:pPr>
              <a:defRPr sz="1800"/>
            </a:pPr>
            <a:r>
              <a:t>Focus on communication of reasoning &amp; problem-solving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Review APFS internals &amp; FS fundamentals tonight</a:t>
            </a:r>
          </a:p>
          <a:p>
            <a:pPr>
              <a:defRPr sz="1800"/>
            </a:pPr>
            <a:r>
              <a:t>Rehearse STAR stories (challenge, collaboration, failure, hiring)</a:t>
            </a:r>
          </a:p>
          <a:p>
            <a:pPr>
              <a:defRPr sz="1800"/>
            </a:pPr>
            <a:r>
              <a:t>Prepare for 'Why Apple' and FS design discussions</a:t>
            </a:r>
          </a:p>
          <a:p>
            <a:pPr>
              <a:defRPr sz="1800"/>
            </a:pPr>
            <a:r>
              <a:t>Show enthusiasm for scale &amp; impact of Apple’s storage tech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APFS Architecture Diagram</a:t>
            </a:r>
          </a:p>
        </p:txBody>
      </p:sp>
      <p:pic>
        <p:nvPicPr>
          <p:cNvPr id="3" name="Picture 2" descr="APFS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Linux Filesystem Layout</a:t>
            </a:r>
          </a:p>
        </p:txBody>
      </p:sp>
      <p:pic>
        <p:nvPicPr>
          <p:cNvPr id="3" name="Picture 2" descr="Simple_Filesystem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Simple Linux Filesystem –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Boot Block – reserved for bootloader code</a:t>
            </a:r>
          </a:p>
          <a:p>
            <a:pPr>
              <a:defRPr sz="1800"/>
            </a:pPr>
            <a:r>
              <a:t>Superblock – stores FS metadata (block size, counts, etc.)</a:t>
            </a:r>
          </a:p>
          <a:p>
            <a:pPr>
              <a:defRPr sz="1800"/>
            </a:pPr>
            <a:r>
              <a:t>Inode Table – each inode stores file metadata and block pointers</a:t>
            </a:r>
          </a:p>
          <a:p>
            <a:pPr>
              <a:defRPr sz="1800"/>
            </a:pPr>
            <a:r>
              <a:t>Data Blocks – hold the actual file and directory contents</a:t>
            </a:r>
          </a:p>
          <a:p>
            <a:pPr>
              <a:defRPr sz="1800"/>
            </a:pPr>
            <a:r>
              <a:t>Mounted via Linux VFS layer</a:t>
            </a:r>
          </a:p>
          <a:p>
            <a:pPr>
              <a:defRPr sz="1800"/>
            </a:pPr>
            <a:r>
              <a:t>Can prototype with FUSE for quick experimentation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SECTION: Building a Simple Linux Filesystem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practical guide with FUSE prototype and key concepts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Building a Simple Linux FS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learning exercise to understand filesystem fundamentals</a:t>
            </a:r>
          </a:p>
          <a:p>
            <a:pPr>
              <a:defRPr sz="1800"/>
            </a:pPr>
            <a:r>
              <a:t>Not production‑grade but great for grasping FS basics</a:t>
            </a:r>
          </a:p>
          <a:p>
            <a:pPr>
              <a:defRPr sz="1800"/>
            </a:pPr>
            <a:r>
              <a:t>Focus on metadata, APIs, and storage layout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Filesystem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Metadata structures: superblock, inodes, directories</a:t>
            </a:r>
          </a:p>
          <a:p>
            <a:pPr>
              <a:defRPr sz="1800"/>
            </a:pPr>
            <a:r>
              <a:t>APIs for access: open, read, write</a:t>
            </a:r>
          </a:p>
          <a:p>
            <a:pPr>
              <a:defRPr sz="1800"/>
            </a:pPr>
            <a:r>
              <a:t>Manages allocation and persistence of data blocks</a:t>
            </a:r>
          </a:p>
          <a:p>
            <a:pPr>
              <a:defRPr sz="1800"/>
            </a:pPr>
            <a:r>
              <a:t>Integrates with Linux VFS layer</a:t>
            </a:r>
          </a:p>
          <a:p>
            <a:pPr>
              <a:defRPr sz="1800"/>
            </a:pPr>
            <a:r>
              <a:t>FUSE allows quick prototyping in user space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Superblock: describes size, block size, counts of inodes and blocks</a:t>
            </a:r>
          </a:p>
          <a:p>
            <a:pPr>
              <a:defRPr sz="1800"/>
            </a:pPr>
            <a:r>
              <a:t>Inodes: metadata about files and pointers to data blocks</a:t>
            </a:r>
          </a:p>
          <a:p>
            <a:pPr>
              <a:defRPr sz="1800"/>
            </a:pPr>
            <a:r>
              <a:t>Data Blocks: store the actual file contents</a:t>
            </a:r>
          </a:p>
          <a:p>
            <a:pPr>
              <a:defRPr sz="1800"/>
            </a:pPr>
            <a:r>
              <a:t>Directory Structure: maps file names to inode numbers</a:t>
            </a:r>
          </a:p>
          <a:p>
            <a:pPr>
              <a:defRPr sz="1800"/>
            </a:pPr>
            <a:r>
              <a:t>Journal / Log (optional for crash recovery)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FUSE Prototype – Install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Install FUSE on Ubuntu/Debian:</a:t>
            </a:r>
          </a:p>
          <a:p>
            <a:pPr>
              <a:defRPr sz="1800"/>
            </a:pPr>
            <a:r>
              <a:t>sudo apt update</a:t>
            </a:r>
          </a:p>
          <a:p>
            <a:pPr>
              <a:defRPr sz="1800"/>
            </a:pPr>
            <a:r>
              <a:t>sudo apt install build-essential libfuse3-dev</a:t>
            </a:r>
          </a:p>
          <a:p>
            <a:pPr>
              <a:defRPr sz="1800"/>
            </a:pPr>
            <a:r>
              <a:t>Compile &amp; run example FS:</a:t>
            </a:r>
          </a:p>
          <a:p>
            <a:pPr>
              <a:defRPr sz="1800"/>
            </a:pPr>
            <a:r>
              <a:t>gcc -Wall myfs.c `pkg-config fuse3 --cflags --libs` -o myfs</a:t>
            </a:r>
          </a:p>
          <a:p>
            <a:pPr>
              <a:defRPr sz="1800"/>
            </a:pPr>
            <a:r>
              <a:t>mkdir mountpoint</a:t>
            </a:r>
          </a:p>
          <a:p>
            <a:pPr>
              <a:defRPr sz="1800"/>
            </a:pPr>
            <a:r>
              <a:t>./myfs mountpoint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FUSE FS in C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>
              <a:defRPr sz="1400">
                <a:latin typeface="Courier New"/>
              </a:defRPr>
            </a:pPr>
            <a:r>
              <a:t>#define FUSE_USE_VERSION 31</a:t>
            </a:r>
          </a:p>
          <a:p>
            <a:pPr>
              <a:defRPr sz="1400">
                <a:latin typeface="Courier New"/>
              </a:defRPr>
            </a:pPr>
            <a:r>
              <a:t>#include &lt;fuse3/fuse.h&gt;</a:t>
            </a:r>
          </a:p>
          <a:p>
            <a:pPr>
              <a:defRPr sz="1400">
                <a:latin typeface="Courier New"/>
              </a:defRPr>
            </a:pPr>
            <a:r>
              <a:t>#include &lt;string.h&gt;</a:t>
            </a:r>
          </a:p>
          <a:p>
            <a:pPr>
              <a:defRPr sz="1400">
                <a:latin typeface="Courier New"/>
              </a:defRPr>
            </a:pPr>
            <a:endParaRPr/>
          </a:p>
          <a:p>
            <a:pPr>
              <a:defRPr sz="1400">
                <a:latin typeface="Courier New"/>
              </a:defRPr>
            </a:pPr>
            <a:r>
              <a:t>static const char *hello_path = "/hello.txt";</a:t>
            </a:r>
          </a:p>
          <a:p>
            <a:pPr>
              <a:defRPr sz="1400">
                <a:latin typeface="Courier New"/>
              </a:defRPr>
            </a:pPr>
            <a:r>
              <a:t>static const char *hello_str = "Hello from simple FS!\n";</a:t>
            </a:r>
          </a:p>
          <a:p>
            <a:pPr>
              <a:defRPr sz="1400">
                <a:latin typeface="Courier New"/>
              </a:defRPr>
            </a:pPr>
            <a:endParaRPr/>
          </a:p>
          <a:p>
            <a:pPr>
              <a:defRPr sz="1400">
                <a:latin typeface="Courier New"/>
              </a:defRPr>
            </a:pPr>
            <a:r>
              <a:t>static int myfs_getattr(const char *path, struct stat *stbuf,</a:t>
            </a:r>
          </a:p>
          <a:p>
            <a:pPr>
              <a:defRPr sz="1400">
                <a:latin typeface="Courier New"/>
              </a:defRPr>
            </a:pPr>
            <a:r>
              <a:t>                        struct fuse_file_info *fi) {</a:t>
            </a:r>
          </a:p>
          <a:p>
            <a:pPr>
              <a:defRPr sz="1400">
                <a:latin typeface="Courier New"/>
              </a:defRPr>
            </a:pPr>
            <a:r>
              <a:t>    memset(stbuf, 0, sizeof(struct stat));</a:t>
            </a:r>
          </a:p>
          <a:p>
            <a:pPr>
              <a:defRPr sz="1400">
                <a:latin typeface="Courier New"/>
              </a:defRPr>
            </a:pPr>
            <a:r>
              <a:t>    if (strcmp(path, "/") == 0) {</a:t>
            </a:r>
          </a:p>
          <a:p>
            <a:pPr>
              <a:defRPr sz="1400">
                <a:latin typeface="Courier New"/>
              </a:defRPr>
            </a:pPr>
            <a:r>
              <a:t>        stbuf-&gt;st_mode = S_IFDIR | 0755;</a:t>
            </a:r>
          </a:p>
          <a:p>
            <a:pPr>
              <a:defRPr sz="1400">
                <a:latin typeface="Courier New"/>
              </a:defRPr>
            </a:pPr>
            <a:r>
              <a:t>        stbuf-&gt;st_nlink = 2;</a:t>
            </a:r>
          </a:p>
          <a:p>
            <a:pPr>
              <a:defRPr sz="1400">
                <a:latin typeface="Courier New"/>
              </a:defRPr>
            </a:pPr>
            <a:r>
              <a:t>    } else if (strcmp(path, hello_path) == 0) {</a:t>
            </a:r>
          </a:p>
          <a:p>
            <a:pPr>
              <a:defRPr sz="1400">
                <a:latin typeface="Courier New"/>
              </a:defRPr>
            </a:pPr>
            <a:r>
              <a:t>        stbuf-&gt;st_mode = S_IFREG | 0444;</a:t>
            </a:r>
          </a:p>
          <a:p>
            <a:pPr>
              <a:defRPr sz="1400">
                <a:latin typeface="Courier New"/>
              </a:defRPr>
            </a:pPr>
            <a:r>
              <a:t>        stbuf-&gt;st_nlink = 1;</a:t>
            </a:r>
          </a:p>
          <a:p>
            <a:pPr>
              <a:defRPr sz="1400">
                <a:latin typeface="Courier New"/>
              </a:defRPr>
            </a:pPr>
            <a:r>
              <a:t>        stbuf-&gt;st_size = strlen(hello_str);</a:t>
            </a:r>
          </a:p>
          <a:p>
            <a:pPr>
              <a:defRPr sz="1400">
                <a:latin typeface="Courier New"/>
              </a:defRPr>
            </a:pPr>
            <a:r>
              <a:t>    } else {</a:t>
            </a:r>
          </a:p>
          <a:p>
            <a:pPr>
              <a:defRPr sz="1400">
                <a:latin typeface="Courier New"/>
              </a:defRPr>
            </a:pPr>
            <a:r>
              <a:t>        return -ENOENT;</a:t>
            </a:r>
          </a:p>
          <a:p>
            <a:pPr>
              <a:defRPr sz="1400">
                <a:latin typeface="Courier New"/>
              </a:defRPr>
            </a:pPr>
            <a:r>
              <a:t>    }</a:t>
            </a:r>
          </a:p>
          <a:p>
            <a:pPr>
              <a:defRPr sz="1400">
                <a:latin typeface="Courier New"/>
              </a:defRPr>
            </a:pPr>
            <a:r>
              <a:t>    return 0;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FUSE FS in C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47500" lnSpcReduction="20000"/>
          </a:bodyPr>
          <a:lstStyle/>
          <a:p>
            <a:pPr>
              <a:defRPr sz="1400">
                <a:latin typeface="Courier New"/>
              </a:defRPr>
            </a:pPr>
            <a:r>
              <a:t>static int myfs_readdir(const char *path, void *buf, fuse_fill_dir_t filler,</a:t>
            </a:r>
          </a:p>
          <a:p>
            <a:pPr>
              <a:defRPr sz="1400">
                <a:latin typeface="Courier New"/>
              </a:defRPr>
            </a:pPr>
            <a:r>
              <a:t>                        off_t offset, struct fuse_file_info *fi,</a:t>
            </a:r>
          </a:p>
          <a:p>
            <a:pPr>
              <a:defRPr sz="1400">
                <a:latin typeface="Courier New"/>
              </a:defRPr>
            </a:pPr>
            <a:r>
              <a:t>                        enum fuse_readdir_flags flags) {</a:t>
            </a:r>
          </a:p>
          <a:p>
            <a:pPr>
              <a:defRPr sz="1400">
                <a:latin typeface="Courier New"/>
              </a:defRPr>
            </a:pPr>
            <a:r>
              <a:t>    if (strcmp(path, "/") != 0)</a:t>
            </a:r>
          </a:p>
          <a:p>
            <a:pPr>
              <a:defRPr sz="1400">
                <a:latin typeface="Courier New"/>
              </a:defRPr>
            </a:pPr>
            <a:r>
              <a:t>        return -ENOENT;</a:t>
            </a:r>
          </a:p>
          <a:p>
            <a:pPr>
              <a:defRPr sz="1400">
                <a:latin typeface="Courier New"/>
              </a:defRPr>
            </a:pPr>
            <a:r>
              <a:t>    filler(buf, ".", NULL, 0, 0);</a:t>
            </a:r>
          </a:p>
          <a:p>
            <a:pPr>
              <a:defRPr sz="1400">
                <a:latin typeface="Courier New"/>
              </a:defRPr>
            </a:pPr>
            <a:r>
              <a:t>    filler(buf, "..", NULL, 0, 0);</a:t>
            </a:r>
          </a:p>
          <a:p>
            <a:pPr>
              <a:defRPr sz="1400">
                <a:latin typeface="Courier New"/>
              </a:defRPr>
            </a:pPr>
            <a:r>
              <a:t>    filler(buf, hello_path + 1, NULL, 0, 0);</a:t>
            </a:r>
          </a:p>
          <a:p>
            <a:pPr>
              <a:defRPr sz="1400">
                <a:latin typeface="Courier New"/>
              </a:defRPr>
            </a:pPr>
            <a:r>
              <a:t>    return 0;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  <a:p>
            <a:pPr>
              <a:defRPr sz="1400">
                <a:latin typeface="Courier New"/>
              </a:defRPr>
            </a:pPr>
            <a:endParaRPr/>
          </a:p>
          <a:p>
            <a:pPr>
              <a:defRPr sz="1400">
                <a:latin typeface="Courier New"/>
              </a:defRPr>
            </a:pPr>
            <a:r>
              <a:t>static int myfs_open(const char *path, struct fuse_file_info *fi) {</a:t>
            </a:r>
          </a:p>
          <a:p>
            <a:pPr>
              <a:defRPr sz="1400">
                <a:latin typeface="Courier New"/>
              </a:defRPr>
            </a:pPr>
            <a:r>
              <a:t>    if (strcmp(path, hello_path) != 0)</a:t>
            </a:r>
          </a:p>
          <a:p>
            <a:pPr>
              <a:defRPr sz="1400">
                <a:latin typeface="Courier New"/>
              </a:defRPr>
            </a:pPr>
            <a:r>
              <a:t>        return -ENOENT;</a:t>
            </a:r>
          </a:p>
          <a:p>
            <a:pPr>
              <a:defRPr sz="1400">
                <a:latin typeface="Courier New"/>
              </a:defRPr>
            </a:pPr>
            <a:r>
              <a:t>    return 0;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  <a:p>
            <a:pPr>
              <a:defRPr sz="1400">
                <a:latin typeface="Courier New"/>
              </a:defRPr>
            </a:pPr>
            <a:endParaRPr/>
          </a:p>
          <a:p>
            <a:pPr>
              <a:defRPr sz="1400">
                <a:latin typeface="Courier New"/>
              </a:defRPr>
            </a:pPr>
            <a:r>
              <a:t>static int myfs_read(const char *path, char *buf, size_t size, off_t offset,</a:t>
            </a:r>
          </a:p>
          <a:p>
            <a:pPr>
              <a:defRPr sz="1400">
                <a:latin typeface="Courier New"/>
              </a:defRPr>
            </a:pPr>
            <a:r>
              <a:t>                     struct fuse_file_info *fi) {</a:t>
            </a:r>
          </a:p>
          <a:p>
            <a:pPr>
              <a:defRPr sz="1400">
                <a:latin typeface="Courier New"/>
              </a:defRPr>
            </a:pPr>
            <a:r>
              <a:t>    if (strcmp(path, hello_path) != 0)</a:t>
            </a:r>
          </a:p>
          <a:p>
            <a:pPr>
              <a:defRPr sz="1400">
                <a:latin typeface="Courier New"/>
              </a:defRPr>
            </a:pPr>
            <a:r>
              <a:t>        return -ENOENT;</a:t>
            </a:r>
          </a:p>
          <a:p>
            <a:pPr>
              <a:defRPr sz="1400">
                <a:latin typeface="Courier New"/>
              </a:defRPr>
            </a:pPr>
            <a:r>
              <a:t>    size_t len = strlen(hello_str);</a:t>
            </a:r>
          </a:p>
          <a:p>
            <a:pPr>
              <a:defRPr sz="1400">
                <a:latin typeface="Courier New"/>
              </a:defRPr>
            </a:pPr>
            <a:r>
              <a:t>    if (offset &lt; len) {</a:t>
            </a:r>
          </a:p>
          <a:p>
            <a:pPr>
              <a:defRPr sz="1400">
                <a:latin typeface="Courier New"/>
              </a:defRPr>
            </a:pPr>
            <a:r>
              <a:t>        if (offset + size &gt; len) size = len - offset;</a:t>
            </a:r>
          </a:p>
          <a:p>
            <a:pPr>
              <a:defRPr sz="1400">
                <a:latin typeface="Courier New"/>
              </a:defRPr>
            </a:pPr>
            <a:r>
              <a:t>        memcpy(buf, hello_str + offset, size);</a:t>
            </a:r>
          </a:p>
          <a:p>
            <a:pPr>
              <a:defRPr sz="1400">
                <a:latin typeface="Courier New"/>
              </a:defRPr>
            </a:pPr>
            <a:r>
              <a:t>    } else</a:t>
            </a:r>
          </a:p>
          <a:p>
            <a:pPr>
              <a:defRPr sz="1400">
                <a:latin typeface="Courier New"/>
              </a:defRPr>
            </a:pPr>
            <a:r>
              <a:t>        size = 0;</a:t>
            </a:r>
          </a:p>
          <a:p>
            <a:pPr>
              <a:defRPr sz="1400">
                <a:latin typeface="Courier New"/>
              </a:defRPr>
            </a:pPr>
            <a:r>
              <a:t>    return size;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  <a:p>
            <a:pPr>
              <a:defRPr sz="1400">
                <a:latin typeface="Courier New"/>
              </a:defRPr>
            </a:pPr>
            <a:endParaRPr/>
          </a:p>
          <a:p>
            <a:pPr>
              <a:defRPr sz="1400">
                <a:latin typeface="Courier New"/>
              </a:defRPr>
            </a:pPr>
            <a:r>
              <a:t>static struct fuse_operations ops = {</a:t>
            </a:r>
          </a:p>
          <a:p>
            <a:pPr>
              <a:defRPr sz="1400">
                <a:latin typeface="Courier New"/>
              </a:defRPr>
            </a:pPr>
            <a:r>
              <a:t>    .getattr = myfs_getattr,</a:t>
            </a:r>
          </a:p>
          <a:p>
            <a:pPr>
              <a:defRPr sz="1400">
                <a:latin typeface="Courier New"/>
              </a:defRPr>
            </a:pPr>
            <a:r>
              <a:t>    .readdir = myfs_readdir,</a:t>
            </a:r>
          </a:p>
          <a:p>
            <a:pPr>
              <a:defRPr sz="1400">
                <a:latin typeface="Courier New"/>
              </a:defRPr>
            </a:pPr>
            <a:r>
              <a:t>    .open    = myfs_open,</a:t>
            </a:r>
          </a:p>
          <a:p>
            <a:pPr>
              <a:defRPr sz="1400">
                <a:latin typeface="Courier New"/>
              </a:defRPr>
            </a:pPr>
            <a:r>
              <a:t>    .read    = myfs_read,</a:t>
            </a:r>
          </a:p>
          <a:p>
            <a:pPr>
              <a:defRPr sz="1400">
                <a:latin typeface="Courier New"/>
              </a:defRPr>
            </a:pPr>
            <a:r>
              <a:t>};</a:t>
            </a:r>
          </a:p>
          <a:p>
            <a:pPr>
              <a:defRPr sz="1400">
                <a:latin typeface="Courier New"/>
              </a:defRPr>
            </a:pPr>
            <a:endParaRPr/>
          </a:p>
          <a:p>
            <a:pPr>
              <a:defRPr sz="1400">
                <a:latin typeface="Courier New"/>
              </a:defRPr>
            </a:pPr>
            <a:r>
              <a:t>int main(int argc, char *argv[]) {</a:t>
            </a:r>
          </a:p>
          <a:p>
            <a:pPr>
              <a:defRPr sz="1400">
                <a:latin typeface="Courier New"/>
              </a:defRPr>
            </a:pPr>
            <a:r>
              <a:t>    return fuse_main(argc, argv, &amp;ops, NULL);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2 – Block‑Based 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 a virtual disk image using dd</a:t>
            </a:r>
          </a:p>
          <a:p>
            <a:pPr>
              <a:defRPr sz="1800"/>
            </a:pPr>
            <a:r>
              <a:t>Implement superblock, inode table, and data blocks</a:t>
            </a:r>
          </a:p>
          <a:p>
            <a:pPr>
              <a:defRPr sz="1800"/>
            </a:pPr>
            <a:r>
              <a:t>Use fopen/fread/fwrite to manage storage</a:t>
            </a:r>
          </a:p>
          <a:p>
            <a:pPr>
              <a:defRPr sz="1800"/>
            </a:pPr>
            <a:r>
              <a:t>Kernel module integration possible for advanced use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 &amp; Interview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Allocation strategies: contiguous, linked, indexed</a:t>
            </a:r>
          </a:p>
          <a:p>
            <a:pPr>
              <a:defRPr sz="1800"/>
            </a:pPr>
            <a:r>
              <a:t>Consistency and recovery: fsck, journaling</a:t>
            </a:r>
          </a:p>
          <a:p>
            <a:pPr>
              <a:defRPr sz="1800"/>
            </a:pPr>
            <a:r>
              <a:t>Performance: caching, read‑ahead, delayed allocation</a:t>
            </a:r>
          </a:p>
          <a:p>
            <a:pPr>
              <a:defRPr sz="1800"/>
            </a:pPr>
            <a:r>
              <a:t>Interview Tip: Outline design → choose VFS/FUSE → discuss trade‑offs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Acronyms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FS – File System</a:t>
            </a:r>
          </a:p>
          <a:p>
            <a:pPr>
              <a:defRPr sz="1800"/>
            </a:pPr>
            <a:r>
              <a:t>VFS – Virtual File System</a:t>
            </a:r>
          </a:p>
          <a:p>
            <a:pPr>
              <a:defRPr sz="1800"/>
            </a:pPr>
            <a:r>
              <a:t>FUSE – Filesystem in Userspace</a:t>
            </a:r>
          </a:p>
          <a:p>
            <a:pPr>
              <a:defRPr sz="1800"/>
            </a:pPr>
            <a:r>
              <a:t>COW – Copy-On-Write</a:t>
            </a:r>
          </a:p>
          <a:p>
            <a:pPr>
              <a:defRPr sz="1800"/>
            </a:pPr>
            <a:r>
              <a:t>SSD – Solid State Drive</a:t>
            </a:r>
          </a:p>
          <a:p>
            <a:pPr>
              <a:defRPr sz="1800"/>
            </a:pPr>
            <a:r>
              <a:t>HDD – Hard Disk Drive</a:t>
            </a:r>
          </a:p>
          <a:p>
            <a:pPr>
              <a:defRPr sz="1800"/>
            </a:pPr>
            <a:r>
              <a:t>APFS – Apple File System</a:t>
            </a:r>
          </a:p>
          <a:p>
            <a:pPr>
              <a:defRPr sz="1800"/>
            </a:pPr>
            <a:r>
              <a:t>inode – Index Node</a:t>
            </a:r>
          </a:p>
          <a:p>
            <a:pPr>
              <a:defRPr sz="1800"/>
            </a:pPr>
            <a:r>
              <a:t>I/O – Input/Output</a:t>
            </a:r>
          </a:p>
          <a:p>
            <a:pPr>
              <a:defRPr sz="1800"/>
            </a:pPr>
            <a:r>
              <a:t>dd – Disk Dump utility</a:t>
            </a:r>
          </a:p>
          <a:p>
            <a:pPr>
              <a:defRPr sz="1800"/>
            </a:pPr>
            <a:r>
              <a:t>RAID – Redundant Array of Independent Disks</a:t>
            </a:r>
          </a:p>
          <a:p>
            <a:pPr>
              <a:defRPr sz="1800"/>
            </a:pPr>
            <a:r>
              <a:t>fsck – File System Consistency Check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Alternatives to VFS for High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Direct I/O (O_DIRECT) – bypass page cache for lower latency, app manages caching</a:t>
            </a:r>
          </a:p>
          <a:p>
            <a:pPr>
              <a:defRPr sz="1800"/>
            </a:pPr>
            <a:r>
              <a:t>io_uring – asynchronous, low‑overhead I/O submission/completion queues</a:t>
            </a:r>
          </a:p>
          <a:p>
            <a:pPr>
              <a:defRPr sz="1800"/>
            </a:pPr>
            <a:r>
              <a:t>DAX / Persistent Memory – map NVDIMM/PMEM directly, skips page cache</a:t>
            </a:r>
          </a:p>
          <a:p>
            <a:pPr>
              <a:defRPr sz="1800"/>
            </a:pPr>
            <a:r>
              <a:t>High‑perf user‑space FS / SPDK – bypass kernel block layer for ultra‑low latency</a:t>
            </a:r>
          </a:p>
          <a:p>
            <a:pPr>
              <a:defRPr sz="1800"/>
            </a:pPr>
            <a:r>
              <a:t>Trade‑off: less portability &amp; simplicity in exchange for maximum performance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8F44-9CCA-44E6-AA8A-03E66150C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D87E2-A3C3-4E30-A2D1-C6FBF3B50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74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1432</Words>
  <Application>Microsoft Office PowerPoint</Application>
  <PresentationFormat>On-screen Show (4:3)</PresentationFormat>
  <Paragraphs>178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Apple Filesystems SW Eng. Manager Interview Prep</vt:lpstr>
      <vt:lpstr>Why Apple</vt:lpstr>
      <vt:lpstr>STAR: Leading Through Challenge</vt:lpstr>
      <vt:lpstr>STAR: Cross-Functional Collaboration</vt:lpstr>
      <vt:lpstr>STAR: Handling Critical Failure</vt:lpstr>
      <vt:lpstr>STAR: Hiring &amp; Developing Engineers</vt:lpstr>
      <vt:lpstr>Technical: APFS &amp; FS Concepts</vt:lpstr>
      <vt:lpstr>Technical: Debugging &amp; Performance</vt:lpstr>
      <vt:lpstr>Design: Extending APFS for New Hardware</vt:lpstr>
      <vt:lpstr>Leadership &amp; Evaluation</vt:lpstr>
      <vt:lpstr>Final Notes</vt:lpstr>
      <vt:lpstr>APFS Architecture Diagram</vt:lpstr>
      <vt:lpstr>Simple Linux Filesystem Layout</vt:lpstr>
      <vt:lpstr>Simple Linux Filesystem – Key Concepts</vt:lpstr>
      <vt:lpstr>SECTION: Building a Simple Linux Filesystem</vt:lpstr>
      <vt:lpstr>Building a Simple Linux FS – Overview</vt:lpstr>
      <vt:lpstr>Filesystem Basics</vt:lpstr>
      <vt:lpstr>Basic Components</vt:lpstr>
      <vt:lpstr>FUSE Prototype – Install &amp; Setup</vt:lpstr>
      <vt:lpstr>Minimal FUSE FS in C – Part 1</vt:lpstr>
      <vt:lpstr>Minimal FUSE FS in C – Part 2</vt:lpstr>
      <vt:lpstr>Approach 2 – Block‑Based FS</vt:lpstr>
      <vt:lpstr>Key Concepts &amp; Interview Points</vt:lpstr>
      <vt:lpstr>Acronyms</vt:lpstr>
      <vt:lpstr>Alternatives to VFS for High Performance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Filesystems SW Eng. Manager Interview Prep</dc:title>
  <dc:subject/>
  <dc:creator/>
  <cp:keywords/>
  <dc:description>generated using python-pptx</dc:description>
  <cp:lastModifiedBy>rajesh narayanan</cp:lastModifiedBy>
  <cp:revision>3</cp:revision>
  <dcterms:created xsi:type="dcterms:W3CDTF">2013-01-27T09:14:16Z</dcterms:created>
  <dcterms:modified xsi:type="dcterms:W3CDTF">2025-09-30T05:18:20Z</dcterms:modified>
  <cp:category/>
</cp:coreProperties>
</file>