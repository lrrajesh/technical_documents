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ACPI Update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Advanced Configuration and Power Interface (ACPI) Updates in Firmware and System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ACPI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ACPI (Advanced Configuration and Power Interface) defines how the OS interacts with hardware for power and configuration control.</a:t>
            </a:r>
          </a:p>
          <a:p>
            <a:r>
              <a:t>• Enables power states (sleep, suspend, hibernate), thermal management, and device enumeration.</a:t>
            </a:r>
          </a:p>
          <a:p>
            <a:r>
              <a:t>• ACPI lives within BIOS/UEFI firmware and provides tables the OS reads during boot.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ACPI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 ACPI update modifies firmware-level ACPI tables or methods.</a:t>
            </a:r>
          </a:p>
          <a:p>
            <a:r>
              <a:t>• Usually delivered as part of BIOS/UEFI or Embedded Controller (EC) firmware updates.</a:t>
            </a:r>
          </a:p>
          <a:p>
            <a:r>
              <a:t>• Ensures compatibility with new OS versions, hardware, and power management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Reasons for ACPI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 management bug fixes (sleep/wake, suspend issues)</a:t>
            </a:r>
          </a:p>
          <a:p>
            <a:r>
              <a:t>• Thermal control optimization (fan curves, temperature trip points)</a:t>
            </a:r>
          </a:p>
          <a:p>
            <a:r>
              <a:t>• Battery reporting accuracy improvements</a:t>
            </a:r>
          </a:p>
          <a:p>
            <a:r>
              <a:t>• Device enumeration or hot-plug fixes</a:t>
            </a:r>
          </a:p>
          <a:p>
            <a:r>
              <a:t>• Security hardening and OS compatibility adjustments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ACPI Updates Are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BIOS/UEFI firmware update (main method)</a:t>
            </a:r>
          </a:p>
          <a:p>
            <a:r>
              <a:t>2. Embedded Controller (EC) firmware update (indirect)</a:t>
            </a:r>
          </a:p>
          <a:p>
            <a:r>
              <a:t>3. Operating system driver update (patching ACPI method behavior)</a:t>
            </a:r>
          </a:p>
          <a:p/>
          <a:p>
            <a:r>
              <a:t>Most updates refresh DSDT/SSDT tables embedded in the BIOS flash.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current BIOS/firmware version.</a:t>
            </a:r>
          </a:p>
          <a:p>
            <a:r>
              <a:t>• Review vendor release notes for 'ACPI' or 'power management' updates.</a:t>
            </a:r>
          </a:p>
          <a:p>
            <a:r>
              <a:t>• Ensure stable power and maintenance window availability.</a:t>
            </a:r>
          </a:p>
          <a:p>
            <a:r>
              <a:t>• Backup configuration settings and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Apply the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OEM tools (fwupd, iDRAC, iLO, XClarity, BIOS flash utility).</a:t>
            </a:r>
          </a:p>
          <a:p>
            <a:r>
              <a:t>• BIOS update refreshes ACPI tables: DSDT, SSDT, FADT, HPET, MADT.</a:t>
            </a:r>
          </a:p>
          <a:p>
            <a:r>
              <a:t>• Do not interrupt power during flashing.</a:t>
            </a:r>
          </a:p>
          <a:p>
            <a:r>
              <a:t>• System reboots to apply new firmware.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Post-Update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Verify BIOS/ACPI version in setup or logs.</a:t>
            </a:r>
          </a:p>
          <a:p>
            <a:r>
              <a:t>• Confirm improved sleep, thermal, and power control behavior.</a:t>
            </a:r>
          </a:p>
          <a:p>
            <a:r>
              <a:t>• On Linux, inspect updated tables using:</a:t>
            </a:r>
          </a:p>
          <a:p>
            <a:r>
              <a:t>  sudo acpidump &gt; acpi_tables.txt</a:t>
            </a:r>
          </a:p>
          <a:p>
            <a:r>
              <a:t>• Test battery or fan control functionality.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Revert to previous BIOS version if regressions occur.</a:t>
            </a:r>
          </a:p>
          <a:p>
            <a:r>
              <a:t>• Some systems support recovery mode or BIOS rollback.</a:t>
            </a:r>
          </a:p>
          <a:p>
            <a:r>
              <a:t>• Keep previous firmware version files archived.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Dell – BIOS update via Command Update or iDRAC</a:t>
            </a:r>
          </a:p>
          <a:p>
            <a:r>
              <a:t>HPE – SPP/SUM or iLO firmware bundles</a:t>
            </a:r>
          </a:p>
          <a:p>
            <a:r>
              <a:t>Lenovo – Vantage or XClarity</a:t>
            </a:r>
          </a:p>
          <a:p>
            <a:r>
              <a:t>Intel – UEFI capsule or OFU tool</a:t>
            </a:r>
          </a:p>
          <a:p>
            <a:r>
              <a:t>Supermicro – SUM or IPMItool through BMC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align BIOS and EC/BMC firmware versions.</a:t>
            </a:r>
          </a:p>
          <a:p>
            <a:r>
              <a:t>• Review firmware changelogs for ACPI table changes.</a:t>
            </a:r>
          </a:p>
          <a:p>
            <a:r>
              <a:t>• Test power states (S3/S4/S5) and thermal control after update.</a:t>
            </a:r>
          </a:p>
          <a:p>
            <a:r>
              <a:t>• Track firmware changes in CMDB or version inventory.</a:t>
            </a:r>
          </a:p>
          <a:p>
            <a:r>
              <a:t>• Perform updates during low-impact windows.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ACPI Update Lifecycle:</a:t>
            </a:r>
          </a:p>
          <a:p>
            <a:r>
              <a:t>Preparation → Firmware Download → Flash BIOS/EC → Reboot → Verify ACPI Tables → Validate Power/Thermal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