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Update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Reliability, Security, and Recoverability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Firmware controls low-level hardware behavior.</a:t>
            </a:r>
          </a:p>
          <a:p>
            <a:r>
              <a:t>• Updates improve functionality, fix bugs, and enhance security.</a:t>
            </a:r>
          </a:p>
          <a:p>
            <a:r>
              <a:t>• A failed update can render hardware inoperable → safety mechanisms are crucial.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Update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Preparation</a:t>
            </a:r>
          </a:p>
          <a:p>
            <a:r>
              <a:t>2. Download &amp; Verification</a:t>
            </a:r>
          </a:p>
          <a:p>
            <a:r>
              <a:t>3. Pre-Update Staging</a:t>
            </a:r>
          </a:p>
          <a:p>
            <a:r>
              <a:t>4. Flashing</a:t>
            </a:r>
          </a:p>
          <a:p>
            <a:r>
              <a:t>5. Verification</a:t>
            </a:r>
          </a:p>
          <a:p>
            <a:r>
              <a:t>6. Reboot &amp; Post-Validation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target component (BIOS, BMC, NIC, GPU, etc.)</a:t>
            </a:r>
          </a:p>
          <a:p>
            <a:r>
              <a:t>• Verify compatibility (version, hardware ID, model)</a:t>
            </a:r>
          </a:p>
          <a:p>
            <a:r>
              <a:t>• Ensure stable power or redundant PSU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Download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firmware binary (.bin, .cap, .rom)</a:t>
            </a:r>
          </a:p>
          <a:p>
            <a:r>
              <a:t>• Verify digital signature and checksum (SHA-256/MD5)</a:t>
            </a:r>
          </a:p>
          <a:p>
            <a:r>
              <a:t>• Secure Boot or BMC validates authenticity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Pre-Update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dependent services</a:t>
            </a:r>
          </a:p>
          <a:p>
            <a:r>
              <a:t>• Stage image in RAM or secondary partition</a:t>
            </a:r>
          </a:p>
          <a:p>
            <a:r>
              <a:t>• Use BMC/IPMI for remote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Flashing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Erase old firmware from flash (EEPROM/SPI/NOR)</a:t>
            </a:r>
          </a:p>
          <a:p>
            <a:r>
              <a:t>• Write new image in verified blocks</a:t>
            </a:r>
          </a:p>
          <a:p>
            <a:r>
              <a:t>• Dual-bank (A/B) scheme ensures rollback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Bootloader checks hash/signature</a:t>
            </a:r>
          </a:p>
          <a:p>
            <a:r>
              <a:t>• Rollback triggered if mismatch</a:t>
            </a:r>
          </a:p>
          <a:p>
            <a:r>
              <a:t>• Logs recorded in IPMI SEL or journalctl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Reboot &amp; Post-Validation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Reboot into new firmware</a:t>
            </a:r>
          </a:p>
          <a:p>
            <a:r>
              <a:t>• Hardware self-tests and version checks</a:t>
            </a:r>
          </a:p>
          <a:p>
            <a:r>
              <a:t>• Health telemetry verified (fans, power rails, PCIe)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&amp; Safety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A/B partitions for recovery</a:t>
            </a:r>
          </a:p>
          <a:p>
            <a:r>
              <a:t>• Watchdog timers for failed boots</a:t>
            </a:r>
          </a:p>
          <a:p>
            <a:r>
              <a:t>• Version pinning to prevent downgrades</a:t>
            </a:r>
          </a:p>
          <a:p>
            <a:r>
              <a:t>• Secure boot chains ensure authenticity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by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Windows: Dell Command, Lenovo Vantage, HP Support Assistant, FWUpdLcl.exe</a:t>
            </a:r>
          </a:p>
          <a:p>
            <a:r>
              <a:t>Linux: fwupd, flashrom, IPMItool, vendor CLIs</a:t>
            </a:r>
          </a:p>
          <a:p>
            <a:r>
              <a:t>Servers: BMC/Redfish APIs, iDRAC, ILO, IMM</a:t>
            </a:r>
          </a:p>
          <a:p>
            <a:r>
              <a:t>Embedded: DFU, JTAG, OTA pipelines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signatures and checksums</a:t>
            </a:r>
          </a:p>
          <a:p>
            <a:r>
              <a:t>• Avoid simultaneous updates</a:t>
            </a:r>
          </a:p>
          <a:p>
            <a:r>
              <a:t>• Maintain detailed logs</a:t>
            </a:r>
          </a:p>
          <a:p>
            <a:r>
              <a:t>• Schedule updates during low load</a:t>
            </a:r>
          </a:p>
          <a:p>
            <a:r>
              <a:t>• Keep rollback images handy</a:t>
            </a:r>
          </a:p>
          <a:p>
            <a:r>
              <a:t>• Use canary rollout for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 Update Flow:</a:t>
            </a:r>
          </a:p>
          <a:p>
            <a:r>
              <a:t>Preparation → Download → Pre-Stage → Flash → Verify → Reboot → Validate</a:t>
            </a:r>
          </a:p>
          <a:p>
            <a:r>
              <a:t>(Include rollback and health check paths visually)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