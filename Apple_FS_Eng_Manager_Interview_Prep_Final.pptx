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Filesystems SW Eng. Manager Interview Prep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Talking Points and STAR Stories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Global scale: billions of devices depend on filesystem</a:t>
            </a:r>
          </a:p>
          <a:p>
            <a:pPr>
              <a:defRPr sz="1800"/>
            </a:pPr>
            <a:r>
              <a:t>Excited to work on APFS &amp; core storage technologies</a:t>
            </a:r>
          </a:p>
          <a:p>
            <a:pPr>
              <a:defRPr sz="1800"/>
            </a:pPr>
            <a:r>
              <a:t>Value Apple’s iterative approach to critical infrastructure</a:t>
            </a:r>
          </a:p>
          <a:p>
            <a:pPr>
              <a:defRPr sz="1800"/>
            </a:pPr>
            <a:r>
              <a:t>Bring experience leading teams delivering complex system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Leading Through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Intel HPC telemetry ingesting 1PB+ data every few minutes</a:t>
            </a:r>
          </a:p>
          <a:p>
            <a:pPr>
              <a:defRPr sz="1800"/>
            </a:pPr>
            <a:r>
              <a:t>Task: Stabilize &amp; enable real-time analytics</a:t>
            </a:r>
          </a:p>
          <a:p>
            <a:pPr>
              <a:defRPr sz="1800"/>
            </a:pPr>
            <a:r>
              <a:t>Action: Built strong team, re-architected pipeline (Kafka, partitions)</a:t>
            </a:r>
          </a:p>
          <a:p>
            <a:pPr>
              <a:defRPr sz="1800"/>
            </a:pPr>
            <a:r>
              <a:t>Result: Handled 1T events/day with 99.99%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Cross-Functional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Integrated Jupyter with Kubernetes GPU cluster</a:t>
            </a:r>
          </a:p>
          <a:p>
            <a:pPr>
              <a:defRPr sz="1800"/>
            </a:pPr>
            <a:r>
              <a:t>Task: Deliver service in 6 months across many teams</a:t>
            </a:r>
          </a:p>
          <a:p>
            <a:pPr>
              <a:defRPr sz="1800"/>
            </a:pPr>
            <a:r>
              <a:t>Action: Weekly cross-org design reviews &amp; dependency tracking</a:t>
            </a:r>
          </a:p>
          <a:p>
            <a:pPr>
              <a:defRPr sz="1800"/>
            </a:pPr>
            <a:r>
              <a:t>Result: Launched for 25K+ users on time, strong telemetry &amp;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Handling Critical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Firmware update caused telemetry crashes</a:t>
            </a:r>
          </a:p>
          <a:p>
            <a:pPr>
              <a:defRPr sz="1800"/>
            </a:pPr>
            <a:r>
              <a:t>Task: Fix urgently &amp; stabilize system</a:t>
            </a:r>
          </a:p>
          <a:p>
            <a:pPr>
              <a:defRPr sz="1800"/>
            </a:pPr>
            <a:r>
              <a:t>Action: Formed tiger team, reproduced bug, coordinated vendor fix</a:t>
            </a:r>
          </a:p>
          <a:p>
            <a:pPr>
              <a:defRPr sz="1800"/>
            </a:pPr>
            <a:r>
              <a:t>Result: Restored stability in days, added watchdog for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Hiring &amp; Developing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Grew team from 2 to 12 for HPC control-plane project</a:t>
            </a:r>
          </a:p>
          <a:p>
            <a:pPr>
              <a:defRPr sz="1800"/>
            </a:pPr>
            <a:r>
              <a:t>Recruited senior engineers &amp; top college hires</a:t>
            </a:r>
          </a:p>
          <a:p>
            <a:pPr>
              <a:defRPr sz="1800"/>
            </a:pPr>
            <a:r>
              <a:t>Structured onboarding &amp; mentorship program</a:t>
            </a:r>
          </a:p>
          <a:p>
            <a:pPr>
              <a:defRPr sz="1800"/>
            </a:pPr>
            <a:r>
              <a:t>Delivered on time, retained most hires long-term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Technical: APFS &amp; FS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Copy-on-Write: write to new blocks, enables snapshots, avoids partial updates</a:t>
            </a:r>
          </a:p>
          <a:p>
            <a:pPr>
              <a:defRPr sz="1800"/>
            </a:pPr>
            <a:r>
              <a:t>Crash-consistency: journaling vs log-structured updates</a:t>
            </a:r>
          </a:p>
          <a:p>
            <a:pPr>
              <a:defRPr sz="1800"/>
            </a:pPr>
            <a:r>
              <a:t>Trade-offs: write amplification, fragmentation</a:t>
            </a:r>
          </a:p>
          <a:p>
            <a:pPr>
              <a:defRPr sz="1800"/>
            </a:pPr>
            <a:r>
              <a:t>Kernel &amp; storage concepts: buffer/page cache, schedulers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Technical: Debugging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Check FS logs, driver versions, hardware batches</a:t>
            </a:r>
          </a:p>
          <a:p>
            <a:pPr>
              <a:defRPr sz="1800"/>
            </a:pPr>
            <a:r>
              <a:t>Use tools: fsck, verifier, tracepoints, stress tests</a:t>
            </a:r>
          </a:p>
          <a:p>
            <a:pPr>
              <a:defRPr sz="1800"/>
            </a:pPr>
            <a:r>
              <a:t>Implement regression tests &amp; telemetry for early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Design: Extending APFS for New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Adapt allocator &amp; I/O path for low-latency persistent memory</a:t>
            </a:r>
          </a:p>
          <a:p>
            <a:pPr>
              <a:defRPr sz="1800"/>
            </a:pPr>
            <a:r>
              <a:t>Revisit journaling &amp; copy-on-write policies</a:t>
            </a:r>
          </a:p>
          <a:p>
            <a:pPr>
              <a:defRPr sz="1800"/>
            </a:pPr>
            <a:r>
              <a:t>Ensure atomicity &amp; crash-consistency</a:t>
            </a:r>
          </a:p>
          <a:p>
            <a:pPr>
              <a:defRPr sz="1800"/>
            </a:pPr>
            <a:r>
              <a:t>Benchmark &amp; adjust metadata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Look for OS fundamentals, data-driven decisions, collaboration</a:t>
            </a:r>
          </a:p>
          <a:p>
            <a:pPr>
              <a:defRPr sz="1800"/>
            </a:pPr>
            <a:r>
              <a:t>Use practical design/debugging scenarios in interviews</a:t>
            </a:r>
          </a:p>
          <a:p>
            <a:pPr>
              <a:defRPr sz="1800"/>
            </a:pPr>
            <a:r>
              <a:t>Focus on communication of reasoning &amp; problem-solving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Review APFS internals &amp; FS fundamentals tonight</a:t>
            </a:r>
          </a:p>
          <a:p>
            <a:pPr>
              <a:defRPr sz="1800"/>
            </a:pPr>
            <a:r>
              <a:t>Rehearse STAR stories (challenge, collaboration, failure, hiring)</a:t>
            </a:r>
          </a:p>
          <a:p>
            <a:pPr>
              <a:defRPr sz="1800"/>
            </a:pPr>
            <a:r>
              <a:t>Prepare for 'Why Apple' and FS design discussions</a:t>
            </a:r>
          </a:p>
          <a:p>
            <a:pPr>
              <a:defRPr sz="1800"/>
            </a:pPr>
            <a:r>
              <a:t>Show enthusiasm for scale &amp; impact of Apple’s storage 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APFS Architecture Diagram</a:t>
            </a:r>
          </a:p>
        </p:txBody>
      </p:sp>
      <p:pic>
        <p:nvPicPr>
          <p:cNvPr id="3" name="Picture 2" descr="APFS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Linux Filesystem Layout</a:t>
            </a:r>
          </a:p>
        </p:txBody>
      </p:sp>
      <p:pic>
        <p:nvPicPr>
          <p:cNvPr id="3" name="Picture 2" descr="Simple_Filesystem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